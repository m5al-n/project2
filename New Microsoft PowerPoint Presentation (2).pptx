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6"/>
  </p:notesMasterIdLst>
  <p:sldIdLst>
    <p:sldId id="256" r:id="rId2"/>
    <p:sldId id="271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84" autoAdjust="0"/>
    <p:restoredTop sz="94660"/>
  </p:normalViewPr>
  <p:slideViewPr>
    <p:cSldViewPr snapToGrid="0">
      <p:cViewPr>
        <p:scale>
          <a:sx n="59" d="100"/>
          <a:sy n="59" d="100"/>
        </p:scale>
        <p:origin x="1824" y="10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CCC767-88D8-43AA-B434-D6CCF79F679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DDA0AC8-9EA9-4EC1-8197-C7159152456F}">
      <dgm:prSet/>
      <dgm:spPr/>
      <dgm:t>
        <a:bodyPr/>
        <a:lstStyle/>
        <a:p>
          <a:r>
            <a:rPr lang="en-US" b="0" i="0" dirty="0"/>
            <a:t>This project is an examination of real estate listings from four Saudi cities.</a:t>
          </a:r>
          <a:endParaRPr lang="en-US" dirty="0"/>
        </a:p>
      </dgm:t>
    </dgm:pt>
    <dgm:pt modelId="{03980301-0F03-4A8B-953C-3D7C4C0F98A1}" type="parTrans" cxnId="{640C558C-6B0E-4086-8A2F-1BB5487AC494}">
      <dgm:prSet/>
      <dgm:spPr/>
      <dgm:t>
        <a:bodyPr/>
        <a:lstStyle/>
        <a:p>
          <a:endParaRPr lang="en-US"/>
        </a:p>
      </dgm:t>
    </dgm:pt>
    <dgm:pt modelId="{78CC9E2E-DD39-4873-8862-44A37C0B0BCD}" type="sibTrans" cxnId="{640C558C-6B0E-4086-8A2F-1BB5487AC494}">
      <dgm:prSet/>
      <dgm:spPr/>
      <dgm:t>
        <a:bodyPr/>
        <a:lstStyle/>
        <a:p>
          <a:endParaRPr lang="en-US"/>
        </a:p>
      </dgm:t>
    </dgm:pt>
    <dgm:pt modelId="{900F5D55-1422-4114-8BFA-0F87ACBBD3B0}">
      <dgm:prSet/>
      <dgm:spPr/>
      <dgm:t>
        <a:bodyPr/>
        <a:lstStyle/>
        <a:p>
          <a:r>
            <a:rPr lang="en-US" b="0" i="0" dirty="0"/>
            <a:t>Four cities are listed in the dataset namely, Riyadh, Jeddah, Dammam, and Khobar.</a:t>
          </a:r>
          <a:endParaRPr lang="en-US" dirty="0"/>
        </a:p>
      </dgm:t>
    </dgm:pt>
    <dgm:pt modelId="{F5A8D134-33A3-4707-BC4B-5303FF39C76D}" type="parTrans" cxnId="{C5A53661-5F1A-446D-B98F-6952D12C5E81}">
      <dgm:prSet/>
      <dgm:spPr/>
      <dgm:t>
        <a:bodyPr/>
        <a:lstStyle/>
        <a:p>
          <a:endParaRPr lang="en-US"/>
        </a:p>
      </dgm:t>
    </dgm:pt>
    <dgm:pt modelId="{266CB93D-81A2-4227-A67F-A0945A3FCA11}" type="sibTrans" cxnId="{C5A53661-5F1A-446D-B98F-6952D12C5E81}">
      <dgm:prSet/>
      <dgm:spPr/>
      <dgm:t>
        <a:bodyPr/>
        <a:lstStyle/>
        <a:p>
          <a:endParaRPr lang="en-US"/>
        </a:p>
      </dgm:t>
    </dgm:pt>
    <dgm:pt modelId="{E115230D-C4E5-4464-9B2D-35939666A3EA}">
      <dgm:prSet/>
      <dgm:spPr/>
      <dgm:t>
        <a:bodyPr/>
        <a:lstStyle/>
        <a:p>
          <a:r>
            <a:rPr lang="en-US" b="0" i="0" dirty="0"/>
            <a:t>The variables to be analyzed include property prices, location, size, and property features.</a:t>
          </a:r>
          <a:endParaRPr lang="en-US" dirty="0"/>
        </a:p>
      </dgm:t>
    </dgm:pt>
    <dgm:pt modelId="{3C6FD739-9781-47F3-B923-09733BA75C3B}" type="parTrans" cxnId="{A41202D6-ACEB-49A0-870D-C790BCBCFAF2}">
      <dgm:prSet/>
      <dgm:spPr/>
      <dgm:t>
        <a:bodyPr/>
        <a:lstStyle/>
        <a:p>
          <a:endParaRPr lang="en-US"/>
        </a:p>
      </dgm:t>
    </dgm:pt>
    <dgm:pt modelId="{020F45EB-51F6-4373-A1EC-97F538E4D817}" type="sibTrans" cxnId="{A41202D6-ACEB-49A0-870D-C790BCBCFAF2}">
      <dgm:prSet/>
      <dgm:spPr/>
      <dgm:t>
        <a:bodyPr/>
        <a:lstStyle/>
        <a:p>
          <a:endParaRPr lang="en-US"/>
        </a:p>
      </dgm:t>
    </dgm:pt>
    <dgm:pt modelId="{DD358B31-C54F-4AA6-B840-F5C8F6A31EBB}">
      <dgm:prSet/>
      <dgm:spPr/>
      <dgm:t>
        <a:bodyPr/>
        <a:lstStyle/>
        <a:p>
          <a:r>
            <a:rPr lang="en-US" b="0" i="0" dirty="0"/>
            <a:t>Python was utilized to analyze, visualize and clean the dataset.</a:t>
          </a:r>
          <a:endParaRPr lang="en-US" dirty="0"/>
        </a:p>
      </dgm:t>
    </dgm:pt>
    <dgm:pt modelId="{C9228DA1-ABE7-4F59-A724-4DD4314FAAC9}" type="parTrans" cxnId="{D09722A4-C2F9-4567-9DB7-54E3224CBD4D}">
      <dgm:prSet/>
      <dgm:spPr/>
      <dgm:t>
        <a:bodyPr/>
        <a:lstStyle/>
        <a:p>
          <a:endParaRPr lang="en-US"/>
        </a:p>
      </dgm:t>
    </dgm:pt>
    <dgm:pt modelId="{1C51CD97-1C26-4F6D-AB15-9A1F04B323E1}" type="sibTrans" cxnId="{D09722A4-C2F9-4567-9DB7-54E3224CBD4D}">
      <dgm:prSet/>
      <dgm:spPr/>
      <dgm:t>
        <a:bodyPr/>
        <a:lstStyle/>
        <a:p>
          <a:endParaRPr lang="en-US"/>
        </a:p>
      </dgm:t>
    </dgm:pt>
    <dgm:pt modelId="{EC929B37-B280-48B6-B36C-E680E8A8F1E9}" type="pres">
      <dgm:prSet presAssocID="{89CCC767-88D8-43AA-B434-D6CCF79F6797}" presName="outerComposite" presStyleCnt="0">
        <dgm:presLayoutVars>
          <dgm:chMax val="5"/>
          <dgm:dir/>
          <dgm:resizeHandles val="exact"/>
        </dgm:presLayoutVars>
      </dgm:prSet>
      <dgm:spPr/>
    </dgm:pt>
    <dgm:pt modelId="{FCD328CF-2B27-42B7-8D61-BC90DD82DFE3}" type="pres">
      <dgm:prSet presAssocID="{89CCC767-88D8-43AA-B434-D6CCF79F6797}" presName="dummyMaxCanvas" presStyleCnt="0">
        <dgm:presLayoutVars/>
      </dgm:prSet>
      <dgm:spPr/>
    </dgm:pt>
    <dgm:pt modelId="{07C61FBD-958F-4A17-8D4C-9D82F54DFA4E}" type="pres">
      <dgm:prSet presAssocID="{89CCC767-88D8-43AA-B434-D6CCF79F6797}" presName="FourNodes_1" presStyleLbl="node1" presStyleIdx="0" presStyleCnt="4">
        <dgm:presLayoutVars>
          <dgm:bulletEnabled val="1"/>
        </dgm:presLayoutVars>
      </dgm:prSet>
      <dgm:spPr/>
    </dgm:pt>
    <dgm:pt modelId="{648154A8-376D-44BB-8284-0BCC494E94A9}" type="pres">
      <dgm:prSet presAssocID="{89CCC767-88D8-43AA-B434-D6CCF79F6797}" presName="FourNodes_2" presStyleLbl="node1" presStyleIdx="1" presStyleCnt="4">
        <dgm:presLayoutVars>
          <dgm:bulletEnabled val="1"/>
        </dgm:presLayoutVars>
      </dgm:prSet>
      <dgm:spPr/>
    </dgm:pt>
    <dgm:pt modelId="{76FE6086-E37F-4A5A-871D-AFB2A13340C2}" type="pres">
      <dgm:prSet presAssocID="{89CCC767-88D8-43AA-B434-D6CCF79F6797}" presName="FourNodes_3" presStyleLbl="node1" presStyleIdx="2" presStyleCnt="4">
        <dgm:presLayoutVars>
          <dgm:bulletEnabled val="1"/>
        </dgm:presLayoutVars>
      </dgm:prSet>
      <dgm:spPr/>
    </dgm:pt>
    <dgm:pt modelId="{E203155C-F797-4DAC-AFE0-76676F3A338E}" type="pres">
      <dgm:prSet presAssocID="{89CCC767-88D8-43AA-B434-D6CCF79F6797}" presName="FourNodes_4" presStyleLbl="node1" presStyleIdx="3" presStyleCnt="4">
        <dgm:presLayoutVars>
          <dgm:bulletEnabled val="1"/>
        </dgm:presLayoutVars>
      </dgm:prSet>
      <dgm:spPr/>
    </dgm:pt>
    <dgm:pt modelId="{D160E6F3-71A7-4B91-9F4F-5ED6DBC6CFA6}" type="pres">
      <dgm:prSet presAssocID="{89CCC767-88D8-43AA-B434-D6CCF79F6797}" presName="FourConn_1-2" presStyleLbl="fgAccFollowNode1" presStyleIdx="0" presStyleCnt="3">
        <dgm:presLayoutVars>
          <dgm:bulletEnabled val="1"/>
        </dgm:presLayoutVars>
      </dgm:prSet>
      <dgm:spPr/>
    </dgm:pt>
    <dgm:pt modelId="{AD641F9A-69BE-4722-ABB7-214D3911A187}" type="pres">
      <dgm:prSet presAssocID="{89CCC767-88D8-43AA-B434-D6CCF79F6797}" presName="FourConn_2-3" presStyleLbl="fgAccFollowNode1" presStyleIdx="1" presStyleCnt="3">
        <dgm:presLayoutVars>
          <dgm:bulletEnabled val="1"/>
        </dgm:presLayoutVars>
      </dgm:prSet>
      <dgm:spPr/>
    </dgm:pt>
    <dgm:pt modelId="{DE7AEB30-0743-430B-A759-9B132BC64F90}" type="pres">
      <dgm:prSet presAssocID="{89CCC767-88D8-43AA-B434-D6CCF79F6797}" presName="FourConn_3-4" presStyleLbl="fgAccFollowNode1" presStyleIdx="2" presStyleCnt="3">
        <dgm:presLayoutVars>
          <dgm:bulletEnabled val="1"/>
        </dgm:presLayoutVars>
      </dgm:prSet>
      <dgm:spPr/>
    </dgm:pt>
    <dgm:pt modelId="{1AA912F8-0D9B-40D7-968B-5F5EDBC92052}" type="pres">
      <dgm:prSet presAssocID="{89CCC767-88D8-43AA-B434-D6CCF79F6797}" presName="FourNodes_1_text" presStyleLbl="node1" presStyleIdx="3" presStyleCnt="4">
        <dgm:presLayoutVars>
          <dgm:bulletEnabled val="1"/>
        </dgm:presLayoutVars>
      </dgm:prSet>
      <dgm:spPr/>
    </dgm:pt>
    <dgm:pt modelId="{5B74AF35-DD70-42E7-A207-243FC75F326E}" type="pres">
      <dgm:prSet presAssocID="{89CCC767-88D8-43AA-B434-D6CCF79F6797}" presName="FourNodes_2_text" presStyleLbl="node1" presStyleIdx="3" presStyleCnt="4">
        <dgm:presLayoutVars>
          <dgm:bulletEnabled val="1"/>
        </dgm:presLayoutVars>
      </dgm:prSet>
      <dgm:spPr/>
    </dgm:pt>
    <dgm:pt modelId="{B4E04684-8EF6-42CF-AFA3-5434A1FFFADC}" type="pres">
      <dgm:prSet presAssocID="{89CCC767-88D8-43AA-B434-D6CCF79F6797}" presName="FourNodes_3_text" presStyleLbl="node1" presStyleIdx="3" presStyleCnt="4">
        <dgm:presLayoutVars>
          <dgm:bulletEnabled val="1"/>
        </dgm:presLayoutVars>
      </dgm:prSet>
      <dgm:spPr/>
    </dgm:pt>
    <dgm:pt modelId="{BFB1E449-760D-4384-AC08-D4731EA54B51}" type="pres">
      <dgm:prSet presAssocID="{89CCC767-88D8-43AA-B434-D6CCF79F679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E93C80C-3237-4D58-8EB5-C05DF18D494D}" type="presOf" srcId="{E115230D-C4E5-4464-9B2D-35939666A3EA}" destId="{B4E04684-8EF6-42CF-AFA3-5434A1FFFADC}" srcOrd="1" destOrd="0" presId="urn:microsoft.com/office/officeart/2005/8/layout/vProcess5"/>
    <dgm:cxn modelId="{5250A110-F423-43FE-8F82-1DD4CF06F81E}" type="presOf" srcId="{900F5D55-1422-4114-8BFA-0F87ACBBD3B0}" destId="{5B74AF35-DD70-42E7-A207-243FC75F326E}" srcOrd="1" destOrd="0" presId="urn:microsoft.com/office/officeart/2005/8/layout/vProcess5"/>
    <dgm:cxn modelId="{F267C815-D118-40F6-929D-2C5EC8E78EB8}" type="presOf" srcId="{ADDA0AC8-9EA9-4EC1-8197-C7159152456F}" destId="{07C61FBD-958F-4A17-8D4C-9D82F54DFA4E}" srcOrd="0" destOrd="0" presId="urn:microsoft.com/office/officeart/2005/8/layout/vProcess5"/>
    <dgm:cxn modelId="{4316781A-851D-490F-BC36-8CDB9DBF3E05}" type="presOf" srcId="{78CC9E2E-DD39-4873-8862-44A37C0B0BCD}" destId="{D160E6F3-71A7-4B91-9F4F-5ED6DBC6CFA6}" srcOrd="0" destOrd="0" presId="urn:microsoft.com/office/officeart/2005/8/layout/vProcess5"/>
    <dgm:cxn modelId="{C1A2FA2E-5643-48D8-BCA3-02B929DBA8B6}" type="presOf" srcId="{266CB93D-81A2-4227-A67F-A0945A3FCA11}" destId="{AD641F9A-69BE-4722-ABB7-214D3911A187}" srcOrd="0" destOrd="0" presId="urn:microsoft.com/office/officeart/2005/8/layout/vProcess5"/>
    <dgm:cxn modelId="{D3320538-1AF2-4AB5-B0C9-C72CC0960D45}" type="presOf" srcId="{89CCC767-88D8-43AA-B434-D6CCF79F6797}" destId="{EC929B37-B280-48B6-B36C-E680E8A8F1E9}" srcOrd="0" destOrd="0" presId="urn:microsoft.com/office/officeart/2005/8/layout/vProcess5"/>
    <dgm:cxn modelId="{C5A53661-5F1A-446D-B98F-6952D12C5E81}" srcId="{89CCC767-88D8-43AA-B434-D6CCF79F6797}" destId="{900F5D55-1422-4114-8BFA-0F87ACBBD3B0}" srcOrd="1" destOrd="0" parTransId="{F5A8D134-33A3-4707-BC4B-5303FF39C76D}" sibTransId="{266CB93D-81A2-4227-A67F-A0945A3FCA11}"/>
    <dgm:cxn modelId="{1CAEE14D-0750-488C-A97E-4E2307D38C44}" type="presOf" srcId="{E115230D-C4E5-4464-9B2D-35939666A3EA}" destId="{76FE6086-E37F-4A5A-871D-AFB2A13340C2}" srcOrd="0" destOrd="0" presId="urn:microsoft.com/office/officeart/2005/8/layout/vProcess5"/>
    <dgm:cxn modelId="{69A22452-1231-447A-8075-CBF327D63023}" type="presOf" srcId="{ADDA0AC8-9EA9-4EC1-8197-C7159152456F}" destId="{1AA912F8-0D9B-40D7-968B-5F5EDBC92052}" srcOrd="1" destOrd="0" presId="urn:microsoft.com/office/officeart/2005/8/layout/vProcess5"/>
    <dgm:cxn modelId="{AD2AAB57-4E59-4BB5-9780-307BD6471CA5}" type="presOf" srcId="{020F45EB-51F6-4373-A1EC-97F538E4D817}" destId="{DE7AEB30-0743-430B-A759-9B132BC64F90}" srcOrd="0" destOrd="0" presId="urn:microsoft.com/office/officeart/2005/8/layout/vProcess5"/>
    <dgm:cxn modelId="{8479F386-2469-4923-A064-B6137F22ECD6}" type="presOf" srcId="{900F5D55-1422-4114-8BFA-0F87ACBBD3B0}" destId="{648154A8-376D-44BB-8284-0BCC494E94A9}" srcOrd="0" destOrd="0" presId="urn:microsoft.com/office/officeart/2005/8/layout/vProcess5"/>
    <dgm:cxn modelId="{640C558C-6B0E-4086-8A2F-1BB5487AC494}" srcId="{89CCC767-88D8-43AA-B434-D6CCF79F6797}" destId="{ADDA0AC8-9EA9-4EC1-8197-C7159152456F}" srcOrd="0" destOrd="0" parTransId="{03980301-0F03-4A8B-953C-3D7C4C0F98A1}" sibTransId="{78CC9E2E-DD39-4873-8862-44A37C0B0BCD}"/>
    <dgm:cxn modelId="{F4E44299-FEFE-4780-B40B-BA13055516F3}" type="presOf" srcId="{DD358B31-C54F-4AA6-B840-F5C8F6A31EBB}" destId="{E203155C-F797-4DAC-AFE0-76676F3A338E}" srcOrd="0" destOrd="0" presId="urn:microsoft.com/office/officeart/2005/8/layout/vProcess5"/>
    <dgm:cxn modelId="{D09722A4-C2F9-4567-9DB7-54E3224CBD4D}" srcId="{89CCC767-88D8-43AA-B434-D6CCF79F6797}" destId="{DD358B31-C54F-4AA6-B840-F5C8F6A31EBB}" srcOrd="3" destOrd="0" parTransId="{C9228DA1-ABE7-4F59-A724-4DD4314FAAC9}" sibTransId="{1C51CD97-1C26-4F6D-AB15-9A1F04B323E1}"/>
    <dgm:cxn modelId="{A41202D6-ACEB-49A0-870D-C790BCBCFAF2}" srcId="{89CCC767-88D8-43AA-B434-D6CCF79F6797}" destId="{E115230D-C4E5-4464-9B2D-35939666A3EA}" srcOrd="2" destOrd="0" parTransId="{3C6FD739-9781-47F3-B923-09733BA75C3B}" sibTransId="{020F45EB-51F6-4373-A1EC-97F538E4D817}"/>
    <dgm:cxn modelId="{EB773EFD-2E7B-4B34-8F04-80A5EA1AE67A}" type="presOf" srcId="{DD358B31-C54F-4AA6-B840-F5C8F6A31EBB}" destId="{BFB1E449-760D-4384-AC08-D4731EA54B51}" srcOrd="1" destOrd="0" presId="urn:microsoft.com/office/officeart/2005/8/layout/vProcess5"/>
    <dgm:cxn modelId="{60863C87-7524-4076-8382-8540F7AE4CA1}" type="presParOf" srcId="{EC929B37-B280-48B6-B36C-E680E8A8F1E9}" destId="{FCD328CF-2B27-42B7-8D61-BC90DD82DFE3}" srcOrd="0" destOrd="0" presId="urn:microsoft.com/office/officeart/2005/8/layout/vProcess5"/>
    <dgm:cxn modelId="{C3B9B794-2ED1-4B5A-88E2-5BE60A7BE691}" type="presParOf" srcId="{EC929B37-B280-48B6-B36C-E680E8A8F1E9}" destId="{07C61FBD-958F-4A17-8D4C-9D82F54DFA4E}" srcOrd="1" destOrd="0" presId="urn:microsoft.com/office/officeart/2005/8/layout/vProcess5"/>
    <dgm:cxn modelId="{70734892-3185-4847-AA7F-230D5383293B}" type="presParOf" srcId="{EC929B37-B280-48B6-B36C-E680E8A8F1E9}" destId="{648154A8-376D-44BB-8284-0BCC494E94A9}" srcOrd="2" destOrd="0" presId="urn:microsoft.com/office/officeart/2005/8/layout/vProcess5"/>
    <dgm:cxn modelId="{3CE495E2-B7A0-4B2F-AAF1-E061707F3629}" type="presParOf" srcId="{EC929B37-B280-48B6-B36C-E680E8A8F1E9}" destId="{76FE6086-E37F-4A5A-871D-AFB2A13340C2}" srcOrd="3" destOrd="0" presId="urn:microsoft.com/office/officeart/2005/8/layout/vProcess5"/>
    <dgm:cxn modelId="{276841FF-81F9-4C13-896E-2C80DBEF2972}" type="presParOf" srcId="{EC929B37-B280-48B6-B36C-E680E8A8F1E9}" destId="{E203155C-F797-4DAC-AFE0-76676F3A338E}" srcOrd="4" destOrd="0" presId="urn:microsoft.com/office/officeart/2005/8/layout/vProcess5"/>
    <dgm:cxn modelId="{E5051F87-2607-4203-A3D8-FCB3FA5BBB99}" type="presParOf" srcId="{EC929B37-B280-48B6-B36C-E680E8A8F1E9}" destId="{D160E6F3-71A7-4B91-9F4F-5ED6DBC6CFA6}" srcOrd="5" destOrd="0" presId="urn:microsoft.com/office/officeart/2005/8/layout/vProcess5"/>
    <dgm:cxn modelId="{42FFB8A7-C83E-47B2-8918-001985F55C4A}" type="presParOf" srcId="{EC929B37-B280-48B6-B36C-E680E8A8F1E9}" destId="{AD641F9A-69BE-4722-ABB7-214D3911A187}" srcOrd="6" destOrd="0" presId="urn:microsoft.com/office/officeart/2005/8/layout/vProcess5"/>
    <dgm:cxn modelId="{00A8C1AB-9A70-402B-A899-DA9D2E73F7F1}" type="presParOf" srcId="{EC929B37-B280-48B6-B36C-E680E8A8F1E9}" destId="{DE7AEB30-0743-430B-A759-9B132BC64F90}" srcOrd="7" destOrd="0" presId="urn:microsoft.com/office/officeart/2005/8/layout/vProcess5"/>
    <dgm:cxn modelId="{4CDAE172-5D5D-436E-BD17-83B824C2340E}" type="presParOf" srcId="{EC929B37-B280-48B6-B36C-E680E8A8F1E9}" destId="{1AA912F8-0D9B-40D7-968B-5F5EDBC92052}" srcOrd="8" destOrd="0" presId="urn:microsoft.com/office/officeart/2005/8/layout/vProcess5"/>
    <dgm:cxn modelId="{3D38EAFF-2540-4CE5-BE7D-012A0FBF83E0}" type="presParOf" srcId="{EC929B37-B280-48B6-B36C-E680E8A8F1E9}" destId="{5B74AF35-DD70-42E7-A207-243FC75F326E}" srcOrd="9" destOrd="0" presId="urn:microsoft.com/office/officeart/2005/8/layout/vProcess5"/>
    <dgm:cxn modelId="{A42E7A74-21B2-413F-B7E5-35704BF26F70}" type="presParOf" srcId="{EC929B37-B280-48B6-B36C-E680E8A8F1E9}" destId="{B4E04684-8EF6-42CF-AFA3-5434A1FFFADC}" srcOrd="10" destOrd="0" presId="urn:microsoft.com/office/officeart/2005/8/layout/vProcess5"/>
    <dgm:cxn modelId="{2B450FB6-10AF-4652-9E4E-24FA47EBFDF2}" type="presParOf" srcId="{EC929B37-B280-48B6-B36C-E680E8A8F1E9}" destId="{BFB1E449-760D-4384-AC08-D4731EA54B5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BD05A4-E834-47EE-92E3-50D6379E3D2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ED3C374-A1D5-44D0-867B-B4C4E7662AC3}">
      <dgm:prSet/>
      <dgm:spPr/>
      <dgm:t>
        <a:bodyPr/>
        <a:lstStyle/>
        <a:p>
          <a:r>
            <a:rPr lang="en-US" b="0" i="0" dirty="0"/>
            <a:t>Price varies based on the city and district.</a:t>
          </a:r>
          <a:endParaRPr lang="en-US" dirty="0"/>
        </a:p>
      </dgm:t>
    </dgm:pt>
    <dgm:pt modelId="{CBB84F98-FE39-44F8-85F1-9356843DD36E}" type="parTrans" cxnId="{260DF640-1EBF-4088-81A2-D7A44C3F18CC}">
      <dgm:prSet/>
      <dgm:spPr/>
      <dgm:t>
        <a:bodyPr/>
        <a:lstStyle/>
        <a:p>
          <a:endParaRPr lang="en-US"/>
        </a:p>
      </dgm:t>
    </dgm:pt>
    <dgm:pt modelId="{5645EC42-124A-4831-9E47-E018A34E0E1B}" type="sibTrans" cxnId="{260DF640-1EBF-4088-81A2-D7A44C3F18CC}">
      <dgm:prSet/>
      <dgm:spPr/>
      <dgm:t>
        <a:bodyPr/>
        <a:lstStyle/>
        <a:p>
          <a:endParaRPr lang="en-US"/>
        </a:p>
      </dgm:t>
    </dgm:pt>
    <dgm:pt modelId="{44CAD2C0-3254-4717-926F-0E47B6872E76}">
      <dgm:prSet/>
      <dgm:spPr/>
      <dgm:t>
        <a:bodyPr/>
        <a:lstStyle/>
        <a:p>
          <a:r>
            <a:rPr lang="en-US" dirty="0"/>
            <a:t>Similar properties can have different prices.</a:t>
          </a:r>
        </a:p>
      </dgm:t>
    </dgm:pt>
    <dgm:pt modelId="{53AFAEB4-7362-4C0F-9849-5C5772A2B706}" type="parTrans" cxnId="{FB5D6F01-4F71-48D8-B819-60CBD73AF164}">
      <dgm:prSet/>
      <dgm:spPr/>
      <dgm:t>
        <a:bodyPr/>
        <a:lstStyle/>
        <a:p>
          <a:endParaRPr lang="en-US"/>
        </a:p>
      </dgm:t>
    </dgm:pt>
    <dgm:pt modelId="{ADF72683-2C26-450F-B512-5197D644696C}" type="sibTrans" cxnId="{FB5D6F01-4F71-48D8-B819-60CBD73AF164}">
      <dgm:prSet/>
      <dgm:spPr/>
      <dgm:t>
        <a:bodyPr/>
        <a:lstStyle/>
        <a:p>
          <a:endParaRPr lang="en-US"/>
        </a:p>
      </dgm:t>
    </dgm:pt>
    <dgm:pt modelId="{6733FBF5-D045-4E89-A694-C8CFB256E4A4}">
      <dgm:prSet/>
      <dgm:spPr/>
      <dgm:t>
        <a:bodyPr/>
        <a:lstStyle/>
        <a:p>
          <a:r>
            <a:rPr lang="en-US" b="0" i="0" dirty="0"/>
            <a:t>Duration of rent is not explicitly mentioned.</a:t>
          </a:r>
          <a:br>
            <a:rPr lang="en-US" b="0" i="0" dirty="0"/>
          </a:br>
          <a:endParaRPr lang="en-US" dirty="0"/>
        </a:p>
      </dgm:t>
    </dgm:pt>
    <dgm:pt modelId="{7ED6757B-D96C-42C0-9366-7423D9BA26C7}" type="parTrans" cxnId="{7E060164-7B4D-4390-AA27-74A1E1022CE1}">
      <dgm:prSet/>
      <dgm:spPr/>
      <dgm:t>
        <a:bodyPr/>
        <a:lstStyle/>
        <a:p>
          <a:endParaRPr lang="en-US"/>
        </a:p>
      </dgm:t>
    </dgm:pt>
    <dgm:pt modelId="{4F184352-C74A-4105-B9E1-F96E4BC56B5F}" type="sibTrans" cxnId="{7E060164-7B4D-4390-AA27-74A1E1022CE1}">
      <dgm:prSet/>
      <dgm:spPr/>
      <dgm:t>
        <a:bodyPr/>
        <a:lstStyle/>
        <a:p>
          <a:endParaRPr lang="en-US"/>
        </a:p>
      </dgm:t>
    </dgm:pt>
    <dgm:pt modelId="{D2F6396F-AE50-45E5-92EE-0157920EC507}">
      <dgm:prSet/>
      <dgm:spPr/>
      <dgm:t>
        <a:bodyPr/>
        <a:lstStyle/>
        <a:p>
          <a:r>
            <a:rPr lang="en-US" b="0" i="0" dirty="0"/>
            <a:t>Duplicates and outliers may influence the results.</a:t>
          </a:r>
          <a:br>
            <a:rPr lang="en-US" b="0" i="0" dirty="0"/>
          </a:br>
          <a:endParaRPr lang="en-US" dirty="0"/>
        </a:p>
      </dgm:t>
    </dgm:pt>
    <dgm:pt modelId="{50EE360D-F48E-4AF2-8376-849FB6BEF72A}" type="parTrans" cxnId="{26D5CABF-D97C-443B-A742-50FA8D650112}">
      <dgm:prSet/>
      <dgm:spPr/>
      <dgm:t>
        <a:bodyPr/>
        <a:lstStyle/>
        <a:p>
          <a:endParaRPr lang="en-US"/>
        </a:p>
      </dgm:t>
    </dgm:pt>
    <dgm:pt modelId="{E82C8721-CEF5-4BD3-8DFD-D300C262E468}" type="sibTrans" cxnId="{26D5CABF-D97C-443B-A742-50FA8D650112}">
      <dgm:prSet/>
      <dgm:spPr/>
      <dgm:t>
        <a:bodyPr/>
        <a:lstStyle/>
        <a:p>
          <a:endParaRPr lang="en-US"/>
        </a:p>
      </dgm:t>
    </dgm:pt>
    <dgm:pt modelId="{FE6704D7-258C-40DE-A97B-99F7618A3001}">
      <dgm:prSet/>
      <dgm:spPr/>
      <dgm:t>
        <a:bodyPr/>
        <a:lstStyle/>
        <a:p>
          <a:r>
            <a:rPr lang="en-US" b="0" i="0" dirty="0"/>
            <a:t>It complicates a fair price comparison.</a:t>
          </a:r>
          <a:br>
            <a:rPr lang="en-US" b="0" i="0" dirty="0"/>
          </a:br>
          <a:endParaRPr lang="en-US" dirty="0"/>
        </a:p>
      </dgm:t>
    </dgm:pt>
    <dgm:pt modelId="{0B7A5738-A04C-467E-B0BE-55873CB41626}" type="parTrans" cxnId="{9E6F4518-C4A9-47DD-BC6C-C414A9E37E9C}">
      <dgm:prSet/>
      <dgm:spPr/>
      <dgm:t>
        <a:bodyPr/>
        <a:lstStyle/>
        <a:p>
          <a:endParaRPr lang="en-US"/>
        </a:p>
      </dgm:t>
    </dgm:pt>
    <dgm:pt modelId="{0DB4F808-D44F-485F-BFF1-3E7E3B8D485B}" type="sibTrans" cxnId="{9E6F4518-C4A9-47DD-BC6C-C414A9E37E9C}">
      <dgm:prSet/>
      <dgm:spPr/>
      <dgm:t>
        <a:bodyPr/>
        <a:lstStyle/>
        <a:p>
          <a:endParaRPr lang="en-US"/>
        </a:p>
      </dgm:t>
    </dgm:pt>
    <dgm:pt modelId="{C87B0385-3F2D-4F15-8B6C-3E5D2962638D}" type="pres">
      <dgm:prSet presAssocID="{91BD05A4-E834-47EE-92E3-50D6379E3D23}" presName="root" presStyleCnt="0">
        <dgm:presLayoutVars>
          <dgm:dir/>
          <dgm:resizeHandles val="exact"/>
        </dgm:presLayoutVars>
      </dgm:prSet>
      <dgm:spPr/>
    </dgm:pt>
    <dgm:pt modelId="{AA1368BA-8C95-449D-B645-473D4F3BFE65}" type="pres">
      <dgm:prSet presAssocID="{FED3C374-A1D5-44D0-867B-B4C4E7662AC3}" presName="compNode" presStyleCnt="0"/>
      <dgm:spPr/>
    </dgm:pt>
    <dgm:pt modelId="{1A977E3D-A78E-47E4-93AB-F7D15956E523}" type="pres">
      <dgm:prSet presAssocID="{FED3C374-A1D5-44D0-867B-B4C4E7662AC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EF5226E3-6F99-4ED4-AF05-51D0D08942E6}" type="pres">
      <dgm:prSet presAssocID="{FED3C374-A1D5-44D0-867B-B4C4E7662AC3}" presName="spaceRect" presStyleCnt="0"/>
      <dgm:spPr/>
    </dgm:pt>
    <dgm:pt modelId="{B4BEC771-C989-43A7-B667-69BE1C0EA1A8}" type="pres">
      <dgm:prSet presAssocID="{FED3C374-A1D5-44D0-867B-B4C4E7662AC3}" presName="textRect" presStyleLbl="revTx" presStyleIdx="0" presStyleCnt="5">
        <dgm:presLayoutVars>
          <dgm:chMax val="1"/>
          <dgm:chPref val="1"/>
        </dgm:presLayoutVars>
      </dgm:prSet>
      <dgm:spPr/>
    </dgm:pt>
    <dgm:pt modelId="{25765DBC-893E-4CFA-ADA5-610F454609EB}" type="pres">
      <dgm:prSet presAssocID="{5645EC42-124A-4831-9E47-E018A34E0E1B}" presName="sibTrans" presStyleCnt="0"/>
      <dgm:spPr/>
    </dgm:pt>
    <dgm:pt modelId="{5E49C34C-D6EB-47C2-8DFE-9626F87CFDD0}" type="pres">
      <dgm:prSet presAssocID="{44CAD2C0-3254-4717-926F-0E47B6872E76}" presName="compNode" presStyleCnt="0"/>
      <dgm:spPr/>
    </dgm:pt>
    <dgm:pt modelId="{695CC533-9489-480E-AB54-7042EBAAC2EF}" type="pres">
      <dgm:prSet presAssocID="{44CAD2C0-3254-4717-926F-0E47B6872E7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6F66419D-0838-4764-A4E4-47D1DE516927}" type="pres">
      <dgm:prSet presAssocID="{44CAD2C0-3254-4717-926F-0E47B6872E76}" presName="spaceRect" presStyleCnt="0"/>
      <dgm:spPr/>
    </dgm:pt>
    <dgm:pt modelId="{A169FFA3-983F-4213-9142-3F07145E6976}" type="pres">
      <dgm:prSet presAssocID="{44CAD2C0-3254-4717-926F-0E47B6872E76}" presName="textRect" presStyleLbl="revTx" presStyleIdx="1" presStyleCnt="5">
        <dgm:presLayoutVars>
          <dgm:chMax val="1"/>
          <dgm:chPref val="1"/>
        </dgm:presLayoutVars>
      </dgm:prSet>
      <dgm:spPr/>
    </dgm:pt>
    <dgm:pt modelId="{DE0F401A-61D8-4D7A-9065-503B511FC1E8}" type="pres">
      <dgm:prSet presAssocID="{ADF72683-2C26-450F-B512-5197D644696C}" presName="sibTrans" presStyleCnt="0"/>
      <dgm:spPr/>
    </dgm:pt>
    <dgm:pt modelId="{7E72950C-3B5E-4B1C-9BBD-F88AA0C48D88}" type="pres">
      <dgm:prSet presAssocID="{6733FBF5-D045-4E89-A694-C8CFB256E4A4}" presName="compNode" presStyleCnt="0"/>
      <dgm:spPr/>
    </dgm:pt>
    <dgm:pt modelId="{D4ED2C24-E104-481D-A370-C6C11DCAA500}" type="pres">
      <dgm:prSet presAssocID="{6733FBF5-D045-4E89-A694-C8CFB256E4A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BE29E195-4BE3-4945-BB6C-58295AAA669A}" type="pres">
      <dgm:prSet presAssocID="{6733FBF5-D045-4E89-A694-C8CFB256E4A4}" presName="spaceRect" presStyleCnt="0"/>
      <dgm:spPr/>
    </dgm:pt>
    <dgm:pt modelId="{D2374F96-DB0F-41D3-88DF-67CE3AC1C5EA}" type="pres">
      <dgm:prSet presAssocID="{6733FBF5-D045-4E89-A694-C8CFB256E4A4}" presName="textRect" presStyleLbl="revTx" presStyleIdx="2" presStyleCnt="5">
        <dgm:presLayoutVars>
          <dgm:chMax val="1"/>
          <dgm:chPref val="1"/>
        </dgm:presLayoutVars>
      </dgm:prSet>
      <dgm:spPr/>
    </dgm:pt>
    <dgm:pt modelId="{DB45F9D1-2988-4093-A579-D2C96F65D396}" type="pres">
      <dgm:prSet presAssocID="{4F184352-C74A-4105-B9E1-F96E4BC56B5F}" presName="sibTrans" presStyleCnt="0"/>
      <dgm:spPr/>
    </dgm:pt>
    <dgm:pt modelId="{B6AD6C41-A89F-40D0-93FA-05323B50B609}" type="pres">
      <dgm:prSet presAssocID="{D2F6396F-AE50-45E5-92EE-0157920EC507}" presName="compNode" presStyleCnt="0"/>
      <dgm:spPr/>
    </dgm:pt>
    <dgm:pt modelId="{C6688D42-9D39-4FD8-9D21-9A8772E682F7}" type="pres">
      <dgm:prSet presAssocID="{D2F6396F-AE50-45E5-92EE-0157920EC50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785F3D1-BF7B-4CD0-9181-D7E79379E8F8}" type="pres">
      <dgm:prSet presAssocID="{D2F6396F-AE50-45E5-92EE-0157920EC507}" presName="spaceRect" presStyleCnt="0"/>
      <dgm:spPr/>
    </dgm:pt>
    <dgm:pt modelId="{22D09881-4CD1-49B8-91B7-0555894C08F4}" type="pres">
      <dgm:prSet presAssocID="{D2F6396F-AE50-45E5-92EE-0157920EC507}" presName="textRect" presStyleLbl="revTx" presStyleIdx="3" presStyleCnt="5">
        <dgm:presLayoutVars>
          <dgm:chMax val="1"/>
          <dgm:chPref val="1"/>
        </dgm:presLayoutVars>
      </dgm:prSet>
      <dgm:spPr/>
    </dgm:pt>
    <dgm:pt modelId="{1DB3F602-DA5F-4C27-9402-C13A8E966108}" type="pres">
      <dgm:prSet presAssocID="{E82C8721-CEF5-4BD3-8DFD-D300C262E468}" presName="sibTrans" presStyleCnt="0"/>
      <dgm:spPr/>
    </dgm:pt>
    <dgm:pt modelId="{510BCE79-E3E6-4E69-A3D9-DFFB3EAA25C0}" type="pres">
      <dgm:prSet presAssocID="{FE6704D7-258C-40DE-A97B-99F7618A3001}" presName="compNode" presStyleCnt="0"/>
      <dgm:spPr/>
    </dgm:pt>
    <dgm:pt modelId="{B244390A-0CBA-4270-9864-7EEC138F7C8A}" type="pres">
      <dgm:prSet presAssocID="{FE6704D7-258C-40DE-A97B-99F7618A300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505C09E6-C57C-413B-A39F-CAC5AB1A7CB3}" type="pres">
      <dgm:prSet presAssocID="{FE6704D7-258C-40DE-A97B-99F7618A3001}" presName="spaceRect" presStyleCnt="0"/>
      <dgm:spPr/>
    </dgm:pt>
    <dgm:pt modelId="{2CEA1F92-3A3F-4079-9585-5015CFA048C5}" type="pres">
      <dgm:prSet presAssocID="{FE6704D7-258C-40DE-A97B-99F7618A300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B5D6F01-4F71-48D8-B819-60CBD73AF164}" srcId="{91BD05A4-E834-47EE-92E3-50D6379E3D23}" destId="{44CAD2C0-3254-4717-926F-0E47B6872E76}" srcOrd="1" destOrd="0" parTransId="{53AFAEB4-7362-4C0F-9849-5C5772A2B706}" sibTransId="{ADF72683-2C26-450F-B512-5197D644696C}"/>
    <dgm:cxn modelId="{9E6F4518-C4A9-47DD-BC6C-C414A9E37E9C}" srcId="{91BD05A4-E834-47EE-92E3-50D6379E3D23}" destId="{FE6704D7-258C-40DE-A97B-99F7618A3001}" srcOrd="4" destOrd="0" parTransId="{0B7A5738-A04C-467E-B0BE-55873CB41626}" sibTransId="{0DB4F808-D44F-485F-BFF1-3E7E3B8D485B}"/>
    <dgm:cxn modelId="{260DF640-1EBF-4088-81A2-D7A44C3F18CC}" srcId="{91BD05A4-E834-47EE-92E3-50D6379E3D23}" destId="{FED3C374-A1D5-44D0-867B-B4C4E7662AC3}" srcOrd="0" destOrd="0" parTransId="{CBB84F98-FE39-44F8-85F1-9356843DD36E}" sibTransId="{5645EC42-124A-4831-9E47-E018A34E0E1B}"/>
    <dgm:cxn modelId="{7E060164-7B4D-4390-AA27-74A1E1022CE1}" srcId="{91BD05A4-E834-47EE-92E3-50D6379E3D23}" destId="{6733FBF5-D045-4E89-A694-C8CFB256E4A4}" srcOrd="2" destOrd="0" parTransId="{7ED6757B-D96C-42C0-9366-7423D9BA26C7}" sibTransId="{4F184352-C74A-4105-B9E1-F96E4BC56B5F}"/>
    <dgm:cxn modelId="{E0B42B49-7BC2-4831-943A-AE4CA1AAD82E}" type="presOf" srcId="{FE6704D7-258C-40DE-A97B-99F7618A3001}" destId="{2CEA1F92-3A3F-4079-9585-5015CFA048C5}" srcOrd="0" destOrd="0" presId="urn:microsoft.com/office/officeart/2018/2/layout/IconLabelList"/>
    <dgm:cxn modelId="{924CD751-AE86-4260-A3DA-E8497FC1814D}" type="presOf" srcId="{FED3C374-A1D5-44D0-867B-B4C4E7662AC3}" destId="{B4BEC771-C989-43A7-B667-69BE1C0EA1A8}" srcOrd="0" destOrd="0" presId="urn:microsoft.com/office/officeart/2018/2/layout/IconLabelList"/>
    <dgm:cxn modelId="{7B4F3856-9F4C-4376-9B0C-6801A4434EDF}" type="presOf" srcId="{44CAD2C0-3254-4717-926F-0E47B6872E76}" destId="{A169FFA3-983F-4213-9142-3F07145E6976}" srcOrd="0" destOrd="0" presId="urn:microsoft.com/office/officeart/2018/2/layout/IconLabelList"/>
    <dgm:cxn modelId="{F247687B-9A45-48B3-A9A0-8C9D73BF1B14}" type="presOf" srcId="{6733FBF5-D045-4E89-A694-C8CFB256E4A4}" destId="{D2374F96-DB0F-41D3-88DF-67CE3AC1C5EA}" srcOrd="0" destOrd="0" presId="urn:microsoft.com/office/officeart/2018/2/layout/IconLabelList"/>
    <dgm:cxn modelId="{F22A8BA8-5C23-436D-9B44-5BD64E973E90}" type="presOf" srcId="{91BD05A4-E834-47EE-92E3-50D6379E3D23}" destId="{C87B0385-3F2D-4F15-8B6C-3E5D2962638D}" srcOrd="0" destOrd="0" presId="urn:microsoft.com/office/officeart/2018/2/layout/IconLabelList"/>
    <dgm:cxn modelId="{26D5CABF-D97C-443B-A742-50FA8D650112}" srcId="{91BD05A4-E834-47EE-92E3-50D6379E3D23}" destId="{D2F6396F-AE50-45E5-92EE-0157920EC507}" srcOrd="3" destOrd="0" parTransId="{50EE360D-F48E-4AF2-8376-849FB6BEF72A}" sibTransId="{E82C8721-CEF5-4BD3-8DFD-D300C262E468}"/>
    <dgm:cxn modelId="{A26846F1-D1DF-4481-BEBF-012BF7AF868B}" type="presOf" srcId="{D2F6396F-AE50-45E5-92EE-0157920EC507}" destId="{22D09881-4CD1-49B8-91B7-0555894C08F4}" srcOrd="0" destOrd="0" presId="urn:microsoft.com/office/officeart/2018/2/layout/IconLabelList"/>
    <dgm:cxn modelId="{674A3CD1-3219-4211-AE11-D5914D5B7E0A}" type="presParOf" srcId="{C87B0385-3F2D-4F15-8B6C-3E5D2962638D}" destId="{AA1368BA-8C95-449D-B645-473D4F3BFE65}" srcOrd="0" destOrd="0" presId="urn:microsoft.com/office/officeart/2018/2/layout/IconLabelList"/>
    <dgm:cxn modelId="{03E43BE3-1494-4E99-8E12-1F2E72711DD5}" type="presParOf" srcId="{AA1368BA-8C95-449D-B645-473D4F3BFE65}" destId="{1A977E3D-A78E-47E4-93AB-F7D15956E523}" srcOrd="0" destOrd="0" presId="urn:microsoft.com/office/officeart/2018/2/layout/IconLabelList"/>
    <dgm:cxn modelId="{F066504D-4D5B-46A0-A5C8-EF77639C2681}" type="presParOf" srcId="{AA1368BA-8C95-449D-B645-473D4F3BFE65}" destId="{EF5226E3-6F99-4ED4-AF05-51D0D08942E6}" srcOrd="1" destOrd="0" presId="urn:microsoft.com/office/officeart/2018/2/layout/IconLabelList"/>
    <dgm:cxn modelId="{C911A692-8607-4571-A71E-507195E9006F}" type="presParOf" srcId="{AA1368BA-8C95-449D-B645-473D4F3BFE65}" destId="{B4BEC771-C989-43A7-B667-69BE1C0EA1A8}" srcOrd="2" destOrd="0" presId="urn:microsoft.com/office/officeart/2018/2/layout/IconLabelList"/>
    <dgm:cxn modelId="{8CB1F317-5C6B-4DCB-9A8B-9378EFF17DC9}" type="presParOf" srcId="{C87B0385-3F2D-4F15-8B6C-3E5D2962638D}" destId="{25765DBC-893E-4CFA-ADA5-610F454609EB}" srcOrd="1" destOrd="0" presId="urn:microsoft.com/office/officeart/2018/2/layout/IconLabelList"/>
    <dgm:cxn modelId="{F98856BD-AA48-4002-ACFB-5FFE8EA179B5}" type="presParOf" srcId="{C87B0385-3F2D-4F15-8B6C-3E5D2962638D}" destId="{5E49C34C-D6EB-47C2-8DFE-9626F87CFDD0}" srcOrd="2" destOrd="0" presId="urn:microsoft.com/office/officeart/2018/2/layout/IconLabelList"/>
    <dgm:cxn modelId="{B56844D6-94AC-477D-9B00-ED2B2350F132}" type="presParOf" srcId="{5E49C34C-D6EB-47C2-8DFE-9626F87CFDD0}" destId="{695CC533-9489-480E-AB54-7042EBAAC2EF}" srcOrd="0" destOrd="0" presId="urn:microsoft.com/office/officeart/2018/2/layout/IconLabelList"/>
    <dgm:cxn modelId="{778A5A68-2017-47E7-94BB-B762D6CC672A}" type="presParOf" srcId="{5E49C34C-D6EB-47C2-8DFE-9626F87CFDD0}" destId="{6F66419D-0838-4764-A4E4-47D1DE516927}" srcOrd="1" destOrd="0" presId="urn:microsoft.com/office/officeart/2018/2/layout/IconLabelList"/>
    <dgm:cxn modelId="{37CCDEF8-EF26-4F4E-9117-146363ED5021}" type="presParOf" srcId="{5E49C34C-D6EB-47C2-8DFE-9626F87CFDD0}" destId="{A169FFA3-983F-4213-9142-3F07145E6976}" srcOrd="2" destOrd="0" presId="urn:microsoft.com/office/officeart/2018/2/layout/IconLabelList"/>
    <dgm:cxn modelId="{729F251C-EAD6-40B1-ABD5-9D2C5F3F497B}" type="presParOf" srcId="{C87B0385-3F2D-4F15-8B6C-3E5D2962638D}" destId="{DE0F401A-61D8-4D7A-9065-503B511FC1E8}" srcOrd="3" destOrd="0" presId="urn:microsoft.com/office/officeart/2018/2/layout/IconLabelList"/>
    <dgm:cxn modelId="{509B0817-DF16-4274-9E6B-D7FC8754CC92}" type="presParOf" srcId="{C87B0385-3F2D-4F15-8B6C-3E5D2962638D}" destId="{7E72950C-3B5E-4B1C-9BBD-F88AA0C48D88}" srcOrd="4" destOrd="0" presId="urn:microsoft.com/office/officeart/2018/2/layout/IconLabelList"/>
    <dgm:cxn modelId="{B69ED342-02CD-4C85-BEAE-6B3F241C6539}" type="presParOf" srcId="{7E72950C-3B5E-4B1C-9BBD-F88AA0C48D88}" destId="{D4ED2C24-E104-481D-A370-C6C11DCAA500}" srcOrd="0" destOrd="0" presId="urn:microsoft.com/office/officeart/2018/2/layout/IconLabelList"/>
    <dgm:cxn modelId="{09DFB16D-0D14-43A5-A1EB-C812F5B60D24}" type="presParOf" srcId="{7E72950C-3B5E-4B1C-9BBD-F88AA0C48D88}" destId="{BE29E195-4BE3-4945-BB6C-58295AAA669A}" srcOrd="1" destOrd="0" presId="urn:microsoft.com/office/officeart/2018/2/layout/IconLabelList"/>
    <dgm:cxn modelId="{7FD26CEA-8BC0-4C50-8E1E-EFD52BF3903A}" type="presParOf" srcId="{7E72950C-3B5E-4B1C-9BBD-F88AA0C48D88}" destId="{D2374F96-DB0F-41D3-88DF-67CE3AC1C5EA}" srcOrd="2" destOrd="0" presId="urn:microsoft.com/office/officeart/2018/2/layout/IconLabelList"/>
    <dgm:cxn modelId="{04B923C1-FB18-4036-918B-7BA2D096B9D3}" type="presParOf" srcId="{C87B0385-3F2D-4F15-8B6C-3E5D2962638D}" destId="{DB45F9D1-2988-4093-A579-D2C96F65D396}" srcOrd="5" destOrd="0" presId="urn:microsoft.com/office/officeart/2018/2/layout/IconLabelList"/>
    <dgm:cxn modelId="{53B5FE6B-C44C-4335-A02F-FC92C59A531D}" type="presParOf" srcId="{C87B0385-3F2D-4F15-8B6C-3E5D2962638D}" destId="{B6AD6C41-A89F-40D0-93FA-05323B50B609}" srcOrd="6" destOrd="0" presId="urn:microsoft.com/office/officeart/2018/2/layout/IconLabelList"/>
    <dgm:cxn modelId="{14536935-E78E-4F18-BAFC-3EEB19D8FAD6}" type="presParOf" srcId="{B6AD6C41-A89F-40D0-93FA-05323B50B609}" destId="{C6688D42-9D39-4FD8-9D21-9A8772E682F7}" srcOrd="0" destOrd="0" presId="urn:microsoft.com/office/officeart/2018/2/layout/IconLabelList"/>
    <dgm:cxn modelId="{3EF7BA1A-224D-4B72-AD9C-51F4BC23F37D}" type="presParOf" srcId="{B6AD6C41-A89F-40D0-93FA-05323B50B609}" destId="{6785F3D1-BF7B-4CD0-9181-D7E79379E8F8}" srcOrd="1" destOrd="0" presId="urn:microsoft.com/office/officeart/2018/2/layout/IconLabelList"/>
    <dgm:cxn modelId="{E48ECB35-932C-4A96-95B7-5C45D860D4F1}" type="presParOf" srcId="{B6AD6C41-A89F-40D0-93FA-05323B50B609}" destId="{22D09881-4CD1-49B8-91B7-0555894C08F4}" srcOrd="2" destOrd="0" presId="urn:microsoft.com/office/officeart/2018/2/layout/IconLabelList"/>
    <dgm:cxn modelId="{4C21BED3-8243-4DC8-896C-8EABA94615C7}" type="presParOf" srcId="{C87B0385-3F2D-4F15-8B6C-3E5D2962638D}" destId="{1DB3F602-DA5F-4C27-9402-C13A8E966108}" srcOrd="7" destOrd="0" presId="urn:microsoft.com/office/officeart/2018/2/layout/IconLabelList"/>
    <dgm:cxn modelId="{90BB1038-E925-440D-9292-EDEB65BA8C4D}" type="presParOf" srcId="{C87B0385-3F2D-4F15-8B6C-3E5D2962638D}" destId="{510BCE79-E3E6-4E69-A3D9-DFFB3EAA25C0}" srcOrd="8" destOrd="0" presId="urn:microsoft.com/office/officeart/2018/2/layout/IconLabelList"/>
    <dgm:cxn modelId="{6E9E6181-FB57-4B56-A288-358D4ABACC1D}" type="presParOf" srcId="{510BCE79-E3E6-4E69-A3D9-DFFB3EAA25C0}" destId="{B244390A-0CBA-4270-9864-7EEC138F7C8A}" srcOrd="0" destOrd="0" presId="urn:microsoft.com/office/officeart/2018/2/layout/IconLabelList"/>
    <dgm:cxn modelId="{967C35E4-C227-4174-A287-03AC1A676DEF}" type="presParOf" srcId="{510BCE79-E3E6-4E69-A3D9-DFFB3EAA25C0}" destId="{505C09E6-C57C-413B-A39F-CAC5AB1A7CB3}" srcOrd="1" destOrd="0" presId="urn:microsoft.com/office/officeart/2018/2/layout/IconLabelList"/>
    <dgm:cxn modelId="{B4BBC125-3AE9-4413-8D41-486DAAA43C05}" type="presParOf" srcId="{510BCE79-E3E6-4E69-A3D9-DFFB3EAA25C0}" destId="{2CEA1F92-3A3F-4079-9585-5015CFA048C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9C08F8-BF99-46A3-BB27-07DAB852438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95C636-549C-4F3F-BD83-BE3AF654402E}">
      <dgm:prSet/>
      <dgm:spPr/>
      <dgm:t>
        <a:bodyPr/>
        <a:lstStyle/>
        <a:p>
          <a:r>
            <a:rPr lang="en-US" b="0" i="0" dirty="0"/>
            <a:t>Dataset: 3,718 entries with 24 columns.</a:t>
          </a:r>
          <a:br>
            <a:rPr lang="en-US" b="0" i="0" dirty="0"/>
          </a:br>
          <a:endParaRPr lang="en-US" dirty="0"/>
        </a:p>
      </dgm:t>
    </dgm:pt>
    <dgm:pt modelId="{CEB23F18-1AD7-41BD-B81C-39FE4989F5C9}" type="parTrans" cxnId="{AECE6EA0-9EE5-45EF-8C5B-389E8F5A36FC}">
      <dgm:prSet/>
      <dgm:spPr/>
      <dgm:t>
        <a:bodyPr/>
        <a:lstStyle/>
        <a:p>
          <a:endParaRPr lang="en-US"/>
        </a:p>
      </dgm:t>
    </dgm:pt>
    <dgm:pt modelId="{ED9408EE-509A-4CEC-810B-70CD2834342F}" type="sibTrans" cxnId="{AECE6EA0-9EE5-45EF-8C5B-389E8F5A36FC}">
      <dgm:prSet/>
      <dgm:spPr/>
      <dgm:t>
        <a:bodyPr/>
        <a:lstStyle/>
        <a:p>
          <a:endParaRPr lang="en-US"/>
        </a:p>
      </dgm:t>
    </dgm:pt>
    <dgm:pt modelId="{97DB2AB9-7E9A-433D-80F2-22B212193703}">
      <dgm:prSet/>
      <dgm:spPr/>
      <dgm:t>
        <a:bodyPr/>
        <a:lstStyle/>
        <a:p>
          <a:r>
            <a:rPr lang="en-US" b="0" i="0" dirty="0"/>
            <a:t>Compare prices of cities and districts.</a:t>
          </a:r>
          <a:br>
            <a:rPr lang="en-US" b="0" i="0" dirty="0"/>
          </a:br>
          <a:endParaRPr lang="en-US" dirty="0"/>
        </a:p>
      </dgm:t>
    </dgm:pt>
    <dgm:pt modelId="{12F9CDAB-67A2-47E7-8A71-150AA682C997}" type="parTrans" cxnId="{B851AADC-C66B-4974-989E-F47532F559AE}">
      <dgm:prSet/>
      <dgm:spPr/>
      <dgm:t>
        <a:bodyPr/>
        <a:lstStyle/>
        <a:p>
          <a:endParaRPr lang="en-US"/>
        </a:p>
      </dgm:t>
    </dgm:pt>
    <dgm:pt modelId="{D9902A74-AB53-43BB-B40F-3A0AF84991EF}" type="sibTrans" cxnId="{B851AADC-C66B-4974-989E-F47532F559AE}">
      <dgm:prSet/>
      <dgm:spPr/>
      <dgm:t>
        <a:bodyPr/>
        <a:lstStyle/>
        <a:p>
          <a:endParaRPr lang="en-US"/>
        </a:p>
      </dgm:t>
    </dgm:pt>
    <dgm:pt modelId="{C647F6F9-E589-4406-A1CF-77C848F5FB7F}">
      <dgm:prSet/>
      <dgm:spPr/>
      <dgm:t>
        <a:bodyPr/>
        <a:lstStyle/>
        <a:p>
          <a:r>
            <a:rPr lang="en-US" b="0" i="0" dirty="0"/>
            <a:t>Analyze size, number of rooms, age, pool, and </a:t>
          </a:r>
          <a:r>
            <a:rPr lang="en-US" b="0" i="0" dirty="0" err="1"/>
            <a:t>frontyard</a:t>
          </a:r>
          <a:r>
            <a:rPr lang="en-US" b="0" i="0" dirty="0"/>
            <a:t>.</a:t>
          </a:r>
          <a:br>
            <a:rPr lang="en-US" b="0" i="0" dirty="0"/>
          </a:br>
          <a:endParaRPr lang="en-US" dirty="0"/>
        </a:p>
      </dgm:t>
    </dgm:pt>
    <dgm:pt modelId="{7C9218B8-3734-4E98-B435-C2DD63616CFE}" type="parTrans" cxnId="{FBFC86E8-1177-40A4-9CC8-451C6D9F054B}">
      <dgm:prSet/>
      <dgm:spPr/>
      <dgm:t>
        <a:bodyPr/>
        <a:lstStyle/>
        <a:p>
          <a:endParaRPr lang="en-US"/>
        </a:p>
      </dgm:t>
    </dgm:pt>
    <dgm:pt modelId="{FDE77A08-4542-4232-B028-5FD7502A4CA7}" type="sibTrans" cxnId="{FBFC86E8-1177-40A4-9CC8-451C6D9F054B}">
      <dgm:prSet/>
      <dgm:spPr/>
      <dgm:t>
        <a:bodyPr/>
        <a:lstStyle/>
        <a:p>
          <a:endParaRPr lang="en-US"/>
        </a:p>
      </dgm:t>
    </dgm:pt>
    <dgm:pt modelId="{49C5E535-4D31-42B7-9E37-575120D1447B}">
      <dgm:prSet/>
      <dgm:spPr/>
      <dgm:t>
        <a:bodyPr/>
        <a:lstStyle/>
        <a:p>
          <a:r>
            <a:rPr lang="en-US" b="0" i="0" dirty="0"/>
            <a:t>Determine the correlation between the variables and high estimated annual prices.</a:t>
          </a:r>
          <a:br>
            <a:rPr lang="en-US" b="0" i="0" dirty="0"/>
          </a:br>
          <a:endParaRPr lang="en-US" dirty="0"/>
        </a:p>
      </dgm:t>
    </dgm:pt>
    <dgm:pt modelId="{8F9DEE31-94DE-42D7-BB97-0978C3B146B3}" type="parTrans" cxnId="{8935EB6D-97FC-4F83-B976-06F6D59A8F63}">
      <dgm:prSet/>
      <dgm:spPr/>
      <dgm:t>
        <a:bodyPr/>
        <a:lstStyle/>
        <a:p>
          <a:endParaRPr lang="en-US"/>
        </a:p>
      </dgm:t>
    </dgm:pt>
    <dgm:pt modelId="{74FDE3E5-58AF-412D-BF3A-7D624C49AF8D}" type="sibTrans" cxnId="{8935EB6D-97FC-4F83-B976-06F6D59A8F63}">
      <dgm:prSet/>
      <dgm:spPr/>
      <dgm:t>
        <a:bodyPr/>
        <a:lstStyle/>
        <a:p>
          <a:endParaRPr lang="en-US"/>
        </a:p>
      </dgm:t>
    </dgm:pt>
    <dgm:pt modelId="{3D2C5EEC-BAA2-476A-B4BF-957C58528C6B}" type="pres">
      <dgm:prSet presAssocID="{949C08F8-BF99-46A3-BB27-07DAB8524381}" presName="root" presStyleCnt="0">
        <dgm:presLayoutVars>
          <dgm:dir/>
          <dgm:resizeHandles val="exact"/>
        </dgm:presLayoutVars>
      </dgm:prSet>
      <dgm:spPr/>
    </dgm:pt>
    <dgm:pt modelId="{A7A9A707-3728-4528-8058-98C61B5D130D}" type="pres">
      <dgm:prSet presAssocID="{3995C636-549C-4F3F-BD83-BE3AF654402E}" presName="compNode" presStyleCnt="0"/>
      <dgm:spPr/>
    </dgm:pt>
    <dgm:pt modelId="{A80119F5-3142-4BE7-9FDA-C4A4797514C5}" type="pres">
      <dgm:prSet presAssocID="{3995C636-549C-4F3F-BD83-BE3AF654402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8C8AC59-20D7-483D-B73F-026C9EFAA1FC}" type="pres">
      <dgm:prSet presAssocID="{3995C636-549C-4F3F-BD83-BE3AF654402E}" presName="spaceRect" presStyleCnt="0"/>
      <dgm:spPr/>
    </dgm:pt>
    <dgm:pt modelId="{389014E8-0C4B-4912-8971-5EBCBBFF5CBD}" type="pres">
      <dgm:prSet presAssocID="{3995C636-549C-4F3F-BD83-BE3AF654402E}" presName="textRect" presStyleLbl="revTx" presStyleIdx="0" presStyleCnt="4">
        <dgm:presLayoutVars>
          <dgm:chMax val="1"/>
          <dgm:chPref val="1"/>
        </dgm:presLayoutVars>
      </dgm:prSet>
      <dgm:spPr/>
    </dgm:pt>
    <dgm:pt modelId="{AC9D86DA-EA72-4A92-9758-B4C87EAFDAD5}" type="pres">
      <dgm:prSet presAssocID="{ED9408EE-509A-4CEC-810B-70CD2834342F}" presName="sibTrans" presStyleCnt="0"/>
      <dgm:spPr/>
    </dgm:pt>
    <dgm:pt modelId="{C69421C2-A184-47E4-BE71-DAC2D307FBB5}" type="pres">
      <dgm:prSet presAssocID="{97DB2AB9-7E9A-433D-80F2-22B212193703}" presName="compNode" presStyleCnt="0"/>
      <dgm:spPr/>
    </dgm:pt>
    <dgm:pt modelId="{99076712-4F49-48FF-B28A-237C0C63FD58}" type="pres">
      <dgm:prSet presAssocID="{97DB2AB9-7E9A-433D-80F2-22B21219370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3C135D3-B994-4153-BB76-56D72D5B6061}" type="pres">
      <dgm:prSet presAssocID="{97DB2AB9-7E9A-433D-80F2-22B212193703}" presName="spaceRect" presStyleCnt="0"/>
      <dgm:spPr/>
    </dgm:pt>
    <dgm:pt modelId="{5A3429F8-FEC7-4B79-9EF7-5C7C97ED78B9}" type="pres">
      <dgm:prSet presAssocID="{97DB2AB9-7E9A-433D-80F2-22B212193703}" presName="textRect" presStyleLbl="revTx" presStyleIdx="1" presStyleCnt="4">
        <dgm:presLayoutVars>
          <dgm:chMax val="1"/>
          <dgm:chPref val="1"/>
        </dgm:presLayoutVars>
      </dgm:prSet>
      <dgm:spPr/>
    </dgm:pt>
    <dgm:pt modelId="{7797B257-A2C9-4AD4-95DA-7AACB3F3ACAC}" type="pres">
      <dgm:prSet presAssocID="{D9902A74-AB53-43BB-B40F-3A0AF84991EF}" presName="sibTrans" presStyleCnt="0"/>
      <dgm:spPr/>
    </dgm:pt>
    <dgm:pt modelId="{6A383ABF-A695-41B2-80E8-C6F1B6FBEB07}" type="pres">
      <dgm:prSet presAssocID="{C647F6F9-E589-4406-A1CF-77C848F5FB7F}" presName="compNode" presStyleCnt="0"/>
      <dgm:spPr/>
    </dgm:pt>
    <dgm:pt modelId="{E142B8BA-AC8F-4DCC-BBF4-CE90AEA1DBD5}" type="pres">
      <dgm:prSet presAssocID="{C647F6F9-E589-4406-A1CF-77C848F5FB7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361FE338-D753-45D6-B2E3-3D2000C9E73E}" type="pres">
      <dgm:prSet presAssocID="{C647F6F9-E589-4406-A1CF-77C848F5FB7F}" presName="spaceRect" presStyleCnt="0"/>
      <dgm:spPr/>
    </dgm:pt>
    <dgm:pt modelId="{DDF44A14-F5A3-424A-9FCB-8BEC4BB25BBB}" type="pres">
      <dgm:prSet presAssocID="{C647F6F9-E589-4406-A1CF-77C848F5FB7F}" presName="textRect" presStyleLbl="revTx" presStyleIdx="2" presStyleCnt="4">
        <dgm:presLayoutVars>
          <dgm:chMax val="1"/>
          <dgm:chPref val="1"/>
        </dgm:presLayoutVars>
      </dgm:prSet>
      <dgm:spPr/>
    </dgm:pt>
    <dgm:pt modelId="{DB8013BA-8979-4172-8E9C-CF681CB0BA94}" type="pres">
      <dgm:prSet presAssocID="{FDE77A08-4542-4232-B028-5FD7502A4CA7}" presName="sibTrans" presStyleCnt="0"/>
      <dgm:spPr/>
    </dgm:pt>
    <dgm:pt modelId="{D0CBE46E-C6FE-4AE4-BB5D-11D7D86AFBD9}" type="pres">
      <dgm:prSet presAssocID="{49C5E535-4D31-42B7-9E37-575120D1447B}" presName="compNode" presStyleCnt="0"/>
      <dgm:spPr/>
    </dgm:pt>
    <dgm:pt modelId="{75261425-56E7-47E4-9BAB-7FC24A00CA94}" type="pres">
      <dgm:prSet presAssocID="{49C5E535-4D31-42B7-9E37-575120D1447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27046BAD-6BD6-4F20-9B98-0117FF50A5DD}" type="pres">
      <dgm:prSet presAssocID="{49C5E535-4D31-42B7-9E37-575120D1447B}" presName="spaceRect" presStyleCnt="0"/>
      <dgm:spPr/>
    </dgm:pt>
    <dgm:pt modelId="{1D040ADF-1480-4CDE-8BA2-90642373C86B}" type="pres">
      <dgm:prSet presAssocID="{49C5E535-4D31-42B7-9E37-575120D1447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DD01B69-B379-48D3-B262-0576C7C42592}" type="presOf" srcId="{C647F6F9-E589-4406-A1CF-77C848F5FB7F}" destId="{DDF44A14-F5A3-424A-9FCB-8BEC4BB25BBB}" srcOrd="0" destOrd="0" presId="urn:microsoft.com/office/officeart/2018/2/layout/IconLabelList"/>
    <dgm:cxn modelId="{8935EB6D-97FC-4F83-B976-06F6D59A8F63}" srcId="{949C08F8-BF99-46A3-BB27-07DAB8524381}" destId="{49C5E535-4D31-42B7-9E37-575120D1447B}" srcOrd="3" destOrd="0" parTransId="{8F9DEE31-94DE-42D7-BB97-0978C3B146B3}" sibTransId="{74FDE3E5-58AF-412D-BF3A-7D624C49AF8D}"/>
    <dgm:cxn modelId="{A023ED5A-7EAC-40CF-9DA3-42FE1E30AAC4}" type="presOf" srcId="{949C08F8-BF99-46A3-BB27-07DAB8524381}" destId="{3D2C5EEC-BAA2-476A-B4BF-957C58528C6B}" srcOrd="0" destOrd="0" presId="urn:microsoft.com/office/officeart/2018/2/layout/IconLabelList"/>
    <dgm:cxn modelId="{EBFD4F82-B65A-4CD2-9B63-44E64AF39D06}" type="presOf" srcId="{3995C636-549C-4F3F-BD83-BE3AF654402E}" destId="{389014E8-0C4B-4912-8971-5EBCBBFF5CBD}" srcOrd="0" destOrd="0" presId="urn:microsoft.com/office/officeart/2018/2/layout/IconLabelList"/>
    <dgm:cxn modelId="{AECE6EA0-9EE5-45EF-8C5B-389E8F5A36FC}" srcId="{949C08F8-BF99-46A3-BB27-07DAB8524381}" destId="{3995C636-549C-4F3F-BD83-BE3AF654402E}" srcOrd="0" destOrd="0" parTransId="{CEB23F18-1AD7-41BD-B81C-39FE4989F5C9}" sibTransId="{ED9408EE-509A-4CEC-810B-70CD2834342F}"/>
    <dgm:cxn modelId="{B851AADC-C66B-4974-989E-F47532F559AE}" srcId="{949C08F8-BF99-46A3-BB27-07DAB8524381}" destId="{97DB2AB9-7E9A-433D-80F2-22B212193703}" srcOrd="1" destOrd="0" parTransId="{12F9CDAB-67A2-47E7-8A71-150AA682C997}" sibTransId="{D9902A74-AB53-43BB-B40F-3A0AF84991EF}"/>
    <dgm:cxn modelId="{FBFC86E8-1177-40A4-9CC8-451C6D9F054B}" srcId="{949C08F8-BF99-46A3-BB27-07DAB8524381}" destId="{C647F6F9-E589-4406-A1CF-77C848F5FB7F}" srcOrd="2" destOrd="0" parTransId="{7C9218B8-3734-4E98-B435-C2DD63616CFE}" sibTransId="{FDE77A08-4542-4232-B028-5FD7502A4CA7}"/>
    <dgm:cxn modelId="{496AA0EF-273D-42EA-B7A6-5C520E61F5B9}" type="presOf" srcId="{97DB2AB9-7E9A-433D-80F2-22B212193703}" destId="{5A3429F8-FEC7-4B79-9EF7-5C7C97ED78B9}" srcOrd="0" destOrd="0" presId="urn:microsoft.com/office/officeart/2018/2/layout/IconLabelList"/>
    <dgm:cxn modelId="{0229F9FE-5741-48F3-BF4E-D66D5C6A9830}" type="presOf" srcId="{49C5E535-4D31-42B7-9E37-575120D1447B}" destId="{1D040ADF-1480-4CDE-8BA2-90642373C86B}" srcOrd="0" destOrd="0" presId="urn:microsoft.com/office/officeart/2018/2/layout/IconLabelList"/>
    <dgm:cxn modelId="{10261346-4F12-4991-8627-D7F24BE75F65}" type="presParOf" srcId="{3D2C5EEC-BAA2-476A-B4BF-957C58528C6B}" destId="{A7A9A707-3728-4528-8058-98C61B5D130D}" srcOrd="0" destOrd="0" presId="urn:microsoft.com/office/officeart/2018/2/layout/IconLabelList"/>
    <dgm:cxn modelId="{80777E50-D2D7-495F-B6CC-17CD34788BB9}" type="presParOf" srcId="{A7A9A707-3728-4528-8058-98C61B5D130D}" destId="{A80119F5-3142-4BE7-9FDA-C4A4797514C5}" srcOrd="0" destOrd="0" presId="urn:microsoft.com/office/officeart/2018/2/layout/IconLabelList"/>
    <dgm:cxn modelId="{96487182-B2BA-418F-A030-ACE117691B32}" type="presParOf" srcId="{A7A9A707-3728-4528-8058-98C61B5D130D}" destId="{58C8AC59-20D7-483D-B73F-026C9EFAA1FC}" srcOrd="1" destOrd="0" presId="urn:microsoft.com/office/officeart/2018/2/layout/IconLabelList"/>
    <dgm:cxn modelId="{20E81C27-145B-491C-A6DC-4161A745BD33}" type="presParOf" srcId="{A7A9A707-3728-4528-8058-98C61B5D130D}" destId="{389014E8-0C4B-4912-8971-5EBCBBFF5CBD}" srcOrd="2" destOrd="0" presId="urn:microsoft.com/office/officeart/2018/2/layout/IconLabelList"/>
    <dgm:cxn modelId="{90A3F668-C096-4FE5-8413-3706DE8E3605}" type="presParOf" srcId="{3D2C5EEC-BAA2-476A-B4BF-957C58528C6B}" destId="{AC9D86DA-EA72-4A92-9758-B4C87EAFDAD5}" srcOrd="1" destOrd="0" presId="urn:microsoft.com/office/officeart/2018/2/layout/IconLabelList"/>
    <dgm:cxn modelId="{805CD34D-D80A-407C-B3BB-4194036AE71A}" type="presParOf" srcId="{3D2C5EEC-BAA2-476A-B4BF-957C58528C6B}" destId="{C69421C2-A184-47E4-BE71-DAC2D307FBB5}" srcOrd="2" destOrd="0" presId="urn:microsoft.com/office/officeart/2018/2/layout/IconLabelList"/>
    <dgm:cxn modelId="{9F2ACDE7-BCBC-494F-9020-8F2D01FDC0A4}" type="presParOf" srcId="{C69421C2-A184-47E4-BE71-DAC2D307FBB5}" destId="{99076712-4F49-48FF-B28A-237C0C63FD58}" srcOrd="0" destOrd="0" presId="urn:microsoft.com/office/officeart/2018/2/layout/IconLabelList"/>
    <dgm:cxn modelId="{B8F75F01-1A37-4D2F-BC4F-82002A277D8B}" type="presParOf" srcId="{C69421C2-A184-47E4-BE71-DAC2D307FBB5}" destId="{C3C135D3-B994-4153-BB76-56D72D5B6061}" srcOrd="1" destOrd="0" presId="urn:microsoft.com/office/officeart/2018/2/layout/IconLabelList"/>
    <dgm:cxn modelId="{514DEAEE-C4F0-4D77-9E24-D15687246855}" type="presParOf" srcId="{C69421C2-A184-47E4-BE71-DAC2D307FBB5}" destId="{5A3429F8-FEC7-4B79-9EF7-5C7C97ED78B9}" srcOrd="2" destOrd="0" presId="urn:microsoft.com/office/officeart/2018/2/layout/IconLabelList"/>
    <dgm:cxn modelId="{8A7FDFF3-E6B3-48D7-8521-BE6F46A4E993}" type="presParOf" srcId="{3D2C5EEC-BAA2-476A-B4BF-957C58528C6B}" destId="{7797B257-A2C9-4AD4-95DA-7AACB3F3ACAC}" srcOrd="3" destOrd="0" presId="urn:microsoft.com/office/officeart/2018/2/layout/IconLabelList"/>
    <dgm:cxn modelId="{93A197D5-CE4F-44FB-B2ED-ACC590005298}" type="presParOf" srcId="{3D2C5EEC-BAA2-476A-B4BF-957C58528C6B}" destId="{6A383ABF-A695-41B2-80E8-C6F1B6FBEB07}" srcOrd="4" destOrd="0" presId="urn:microsoft.com/office/officeart/2018/2/layout/IconLabelList"/>
    <dgm:cxn modelId="{0340B88D-0D48-4904-ACDC-A3766C3598A0}" type="presParOf" srcId="{6A383ABF-A695-41B2-80E8-C6F1B6FBEB07}" destId="{E142B8BA-AC8F-4DCC-BBF4-CE90AEA1DBD5}" srcOrd="0" destOrd="0" presId="urn:microsoft.com/office/officeart/2018/2/layout/IconLabelList"/>
    <dgm:cxn modelId="{84B69550-3EDA-4AD7-BA4D-015FFC111C97}" type="presParOf" srcId="{6A383ABF-A695-41B2-80E8-C6F1B6FBEB07}" destId="{361FE338-D753-45D6-B2E3-3D2000C9E73E}" srcOrd="1" destOrd="0" presId="urn:microsoft.com/office/officeart/2018/2/layout/IconLabelList"/>
    <dgm:cxn modelId="{F0B4EF38-4163-42D3-9FDB-1FEE31B47901}" type="presParOf" srcId="{6A383ABF-A695-41B2-80E8-C6F1B6FBEB07}" destId="{DDF44A14-F5A3-424A-9FCB-8BEC4BB25BBB}" srcOrd="2" destOrd="0" presId="urn:microsoft.com/office/officeart/2018/2/layout/IconLabelList"/>
    <dgm:cxn modelId="{78659C2A-3321-45EC-8F2E-8DA64DDECE96}" type="presParOf" srcId="{3D2C5EEC-BAA2-476A-B4BF-957C58528C6B}" destId="{DB8013BA-8979-4172-8E9C-CF681CB0BA94}" srcOrd="5" destOrd="0" presId="urn:microsoft.com/office/officeart/2018/2/layout/IconLabelList"/>
    <dgm:cxn modelId="{0C972FAA-6F75-4EFA-9BB4-2FC3891BF52E}" type="presParOf" srcId="{3D2C5EEC-BAA2-476A-B4BF-957C58528C6B}" destId="{D0CBE46E-C6FE-4AE4-BB5D-11D7D86AFBD9}" srcOrd="6" destOrd="0" presId="urn:microsoft.com/office/officeart/2018/2/layout/IconLabelList"/>
    <dgm:cxn modelId="{D9F00C48-A43C-4B9A-ACF8-51C9F393F87E}" type="presParOf" srcId="{D0CBE46E-C6FE-4AE4-BB5D-11D7D86AFBD9}" destId="{75261425-56E7-47E4-9BAB-7FC24A00CA94}" srcOrd="0" destOrd="0" presId="urn:microsoft.com/office/officeart/2018/2/layout/IconLabelList"/>
    <dgm:cxn modelId="{920E136B-4651-4AE0-AE52-68671EF9E31D}" type="presParOf" srcId="{D0CBE46E-C6FE-4AE4-BB5D-11D7D86AFBD9}" destId="{27046BAD-6BD6-4F20-9B98-0117FF50A5DD}" srcOrd="1" destOrd="0" presId="urn:microsoft.com/office/officeart/2018/2/layout/IconLabelList"/>
    <dgm:cxn modelId="{AA3A756B-2CEC-4890-AB42-A60CDDCCEAF6}" type="presParOf" srcId="{D0CBE46E-C6FE-4AE4-BB5D-11D7D86AFBD9}" destId="{1D040ADF-1480-4CDE-8BA2-90642373C8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82D318-DCD4-4E55-A7A4-FDD9D238CA97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98E2914-A5C0-4C6E-ADEE-9A3924923F65}">
      <dgm:prSet/>
      <dgm:spPr/>
      <dgm:t>
        <a:bodyPr/>
        <a:lstStyle/>
        <a:p>
          <a:r>
            <a:rPr lang="en-US" b="0" i="0" dirty="0"/>
            <a:t>Deleted 2 out of range size values.</a:t>
          </a:r>
          <a:br>
            <a:rPr lang="en-US" b="0" i="0" dirty="0"/>
          </a:br>
          <a:endParaRPr lang="en-US" dirty="0"/>
        </a:p>
      </dgm:t>
    </dgm:pt>
    <dgm:pt modelId="{6622E902-4B61-479F-A2DA-E25F8AC256EF}" type="parTrans" cxnId="{947CFC3C-42EA-4DB8-922B-0A373098EFAA}">
      <dgm:prSet/>
      <dgm:spPr/>
      <dgm:t>
        <a:bodyPr/>
        <a:lstStyle/>
        <a:p>
          <a:endParaRPr lang="en-US"/>
        </a:p>
      </dgm:t>
    </dgm:pt>
    <dgm:pt modelId="{EF4196AF-DE52-4889-9CDE-AE7D5DAC716E}" type="sibTrans" cxnId="{947CFC3C-42EA-4DB8-922B-0A373098EFAA}">
      <dgm:prSet/>
      <dgm:spPr/>
      <dgm:t>
        <a:bodyPr/>
        <a:lstStyle/>
        <a:p>
          <a:endParaRPr lang="en-US"/>
        </a:p>
      </dgm:t>
    </dgm:pt>
    <dgm:pt modelId="{1DA7E444-3499-47E5-9D56-AB07B9F5BD52}">
      <dgm:prSet/>
      <dgm:spPr/>
      <dgm:t>
        <a:bodyPr/>
        <a:lstStyle/>
        <a:p>
          <a:r>
            <a:rPr lang="en-US" b="0" i="0" dirty="0"/>
            <a:t>Deleted 1 sale entry identified.</a:t>
          </a:r>
          <a:br>
            <a:rPr lang="en-US" b="0" i="0" dirty="0"/>
          </a:br>
          <a:endParaRPr lang="en-US" dirty="0"/>
        </a:p>
      </dgm:t>
    </dgm:pt>
    <dgm:pt modelId="{5508E6A7-8F01-45D5-A780-E5FD09DDE6F5}" type="parTrans" cxnId="{98687894-EF8B-44DF-8D8C-64986E59E09C}">
      <dgm:prSet/>
      <dgm:spPr/>
      <dgm:t>
        <a:bodyPr/>
        <a:lstStyle/>
        <a:p>
          <a:endParaRPr lang="en-US"/>
        </a:p>
      </dgm:t>
    </dgm:pt>
    <dgm:pt modelId="{12B3123A-C3D0-4B06-B93C-78D4F60C31FE}" type="sibTrans" cxnId="{98687894-EF8B-44DF-8D8C-64986E59E09C}">
      <dgm:prSet/>
      <dgm:spPr/>
      <dgm:t>
        <a:bodyPr/>
        <a:lstStyle/>
        <a:p>
          <a:endParaRPr lang="en-US"/>
        </a:p>
      </dgm:t>
    </dgm:pt>
    <dgm:pt modelId="{1B649994-E556-4F7A-BAE3-F90C2533423B}">
      <dgm:prSet/>
      <dgm:spPr/>
      <dgm:t>
        <a:bodyPr/>
        <a:lstStyle/>
        <a:p>
          <a:r>
            <a:rPr lang="en-US" b="0" i="0" dirty="0"/>
            <a:t>Final dataset for analysis: 3,715 listings.</a:t>
          </a:r>
          <a:br>
            <a:rPr lang="en-US" b="0" i="0" dirty="0"/>
          </a:br>
          <a:endParaRPr lang="en-US" dirty="0"/>
        </a:p>
      </dgm:t>
    </dgm:pt>
    <dgm:pt modelId="{13BEE8CC-1B4D-43CB-B900-08902CD4B88E}" type="parTrans" cxnId="{B963CED7-DEC3-4A84-B238-325A5445B33D}">
      <dgm:prSet/>
      <dgm:spPr/>
      <dgm:t>
        <a:bodyPr/>
        <a:lstStyle/>
        <a:p>
          <a:endParaRPr lang="en-US"/>
        </a:p>
      </dgm:t>
    </dgm:pt>
    <dgm:pt modelId="{AB20F85D-8594-472D-81C0-08C46BCD27F7}" type="sibTrans" cxnId="{B963CED7-DEC3-4A84-B238-325A5445B33D}">
      <dgm:prSet/>
      <dgm:spPr/>
      <dgm:t>
        <a:bodyPr/>
        <a:lstStyle/>
        <a:p>
          <a:endParaRPr lang="en-US"/>
        </a:p>
      </dgm:t>
    </dgm:pt>
    <dgm:pt modelId="{CE58C3D4-A1ED-49BD-AB24-80A07D8F0F76}">
      <dgm:prSet/>
      <dgm:spPr/>
      <dgm:t>
        <a:bodyPr/>
        <a:lstStyle/>
        <a:p>
          <a:r>
            <a:rPr lang="en-US" b="0" i="0" dirty="0"/>
            <a:t>Missing descriptions were not deleted.</a:t>
          </a:r>
          <a:br>
            <a:rPr lang="en-US" b="0" i="0" dirty="0"/>
          </a:br>
          <a:endParaRPr lang="en-US" dirty="0"/>
        </a:p>
      </dgm:t>
    </dgm:pt>
    <dgm:pt modelId="{5FC7D48F-5147-4B5F-8C57-C562E4D294DD}" type="parTrans" cxnId="{6E8B1961-AE09-4DF9-86F2-D93C7754AB61}">
      <dgm:prSet/>
      <dgm:spPr/>
      <dgm:t>
        <a:bodyPr/>
        <a:lstStyle/>
        <a:p>
          <a:endParaRPr lang="en-US"/>
        </a:p>
      </dgm:t>
    </dgm:pt>
    <dgm:pt modelId="{C1FFA7C6-14BE-43EA-BC61-246338AE74F3}" type="sibTrans" cxnId="{6E8B1961-AE09-4DF9-86F2-D93C7754AB61}">
      <dgm:prSet/>
      <dgm:spPr/>
      <dgm:t>
        <a:bodyPr/>
        <a:lstStyle/>
        <a:p>
          <a:endParaRPr lang="en-US"/>
        </a:p>
      </dgm:t>
    </dgm:pt>
    <dgm:pt modelId="{83251D6E-4D2E-496B-A501-B5D83463C491}">
      <dgm:prSet/>
      <dgm:spPr/>
      <dgm:t>
        <a:bodyPr/>
        <a:lstStyle/>
        <a:p>
          <a:r>
            <a:rPr lang="en-US" b="0" i="0" dirty="0"/>
            <a:t>Duplicate rows were not deleted due to lack of unique property identifier.</a:t>
          </a:r>
          <a:br>
            <a:rPr lang="en-US" b="0" i="0" dirty="0"/>
          </a:br>
          <a:endParaRPr lang="en-US" dirty="0"/>
        </a:p>
      </dgm:t>
    </dgm:pt>
    <dgm:pt modelId="{2934D3DC-43EB-4615-9C5D-A3FAC6D4FC5C}" type="parTrans" cxnId="{A9A14C33-6F41-45A8-A09E-C57F0664B4AB}">
      <dgm:prSet/>
      <dgm:spPr/>
      <dgm:t>
        <a:bodyPr/>
        <a:lstStyle/>
        <a:p>
          <a:endParaRPr lang="en-US"/>
        </a:p>
      </dgm:t>
    </dgm:pt>
    <dgm:pt modelId="{D4DC38D7-1F1A-45DB-9E7C-3565080AD64A}" type="sibTrans" cxnId="{A9A14C33-6F41-45A8-A09E-C57F0664B4AB}">
      <dgm:prSet/>
      <dgm:spPr/>
      <dgm:t>
        <a:bodyPr/>
        <a:lstStyle/>
        <a:p>
          <a:endParaRPr lang="en-US"/>
        </a:p>
      </dgm:t>
    </dgm:pt>
    <dgm:pt modelId="{6417D42E-E7AC-4262-972D-888C9B4A1A4D}" type="pres">
      <dgm:prSet presAssocID="{A282D318-DCD4-4E55-A7A4-FDD9D238CA9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62D1FF-C239-4311-B698-7E85DE0B0ECF}" type="pres">
      <dgm:prSet presAssocID="{C98E2914-A5C0-4C6E-ADEE-9A3924923F65}" presName="root" presStyleCnt="0"/>
      <dgm:spPr/>
    </dgm:pt>
    <dgm:pt modelId="{7717707B-5BB3-44D6-8B4C-9A60FB2E482F}" type="pres">
      <dgm:prSet presAssocID="{C98E2914-A5C0-4C6E-ADEE-9A3924923F65}" presName="rootComposite" presStyleCnt="0"/>
      <dgm:spPr/>
    </dgm:pt>
    <dgm:pt modelId="{19AE2FF2-8D44-4BE7-8F35-D5FFE9A65D47}" type="pres">
      <dgm:prSet presAssocID="{C98E2914-A5C0-4C6E-ADEE-9A3924923F65}" presName="rootText" presStyleLbl="node1" presStyleIdx="0" presStyleCnt="5"/>
      <dgm:spPr/>
    </dgm:pt>
    <dgm:pt modelId="{E4237B42-6CE2-49C7-B1DC-54E7388381D9}" type="pres">
      <dgm:prSet presAssocID="{C98E2914-A5C0-4C6E-ADEE-9A3924923F65}" presName="rootConnector" presStyleLbl="node1" presStyleIdx="0" presStyleCnt="5"/>
      <dgm:spPr/>
    </dgm:pt>
    <dgm:pt modelId="{D7E97699-BDF3-4D70-A82D-530068BB90EE}" type="pres">
      <dgm:prSet presAssocID="{C98E2914-A5C0-4C6E-ADEE-9A3924923F65}" presName="childShape" presStyleCnt="0"/>
      <dgm:spPr/>
    </dgm:pt>
    <dgm:pt modelId="{60C83AB1-8DB4-4905-9EF2-5BD2D6A9DE1F}" type="pres">
      <dgm:prSet presAssocID="{1DA7E444-3499-47E5-9D56-AB07B9F5BD52}" presName="root" presStyleCnt="0"/>
      <dgm:spPr/>
    </dgm:pt>
    <dgm:pt modelId="{1BF6514D-9BBB-40DE-8BBC-E30C20BE6F09}" type="pres">
      <dgm:prSet presAssocID="{1DA7E444-3499-47E5-9D56-AB07B9F5BD52}" presName="rootComposite" presStyleCnt="0"/>
      <dgm:spPr/>
    </dgm:pt>
    <dgm:pt modelId="{4B02CEAF-A78A-450C-8465-A2B12B0648F4}" type="pres">
      <dgm:prSet presAssocID="{1DA7E444-3499-47E5-9D56-AB07B9F5BD52}" presName="rootText" presStyleLbl="node1" presStyleIdx="1" presStyleCnt="5"/>
      <dgm:spPr/>
    </dgm:pt>
    <dgm:pt modelId="{FEF1B898-09B1-48B8-BA95-5509A1BE095C}" type="pres">
      <dgm:prSet presAssocID="{1DA7E444-3499-47E5-9D56-AB07B9F5BD52}" presName="rootConnector" presStyleLbl="node1" presStyleIdx="1" presStyleCnt="5"/>
      <dgm:spPr/>
    </dgm:pt>
    <dgm:pt modelId="{022BE177-D2A6-4A26-A1C2-AE5FAE6777EA}" type="pres">
      <dgm:prSet presAssocID="{1DA7E444-3499-47E5-9D56-AB07B9F5BD52}" presName="childShape" presStyleCnt="0"/>
      <dgm:spPr/>
    </dgm:pt>
    <dgm:pt modelId="{B851FC44-7589-4018-BD3B-17F18FAB3C57}" type="pres">
      <dgm:prSet presAssocID="{1B649994-E556-4F7A-BAE3-F90C2533423B}" presName="root" presStyleCnt="0"/>
      <dgm:spPr/>
    </dgm:pt>
    <dgm:pt modelId="{090D0977-212F-42A1-8D32-7BD53956404E}" type="pres">
      <dgm:prSet presAssocID="{1B649994-E556-4F7A-BAE3-F90C2533423B}" presName="rootComposite" presStyleCnt="0"/>
      <dgm:spPr/>
    </dgm:pt>
    <dgm:pt modelId="{99313840-C513-4D8E-A287-D5BBB093F9BA}" type="pres">
      <dgm:prSet presAssocID="{1B649994-E556-4F7A-BAE3-F90C2533423B}" presName="rootText" presStyleLbl="node1" presStyleIdx="2" presStyleCnt="5"/>
      <dgm:spPr/>
    </dgm:pt>
    <dgm:pt modelId="{148EF3A6-4D28-4691-9792-91827EB1759C}" type="pres">
      <dgm:prSet presAssocID="{1B649994-E556-4F7A-BAE3-F90C2533423B}" presName="rootConnector" presStyleLbl="node1" presStyleIdx="2" presStyleCnt="5"/>
      <dgm:spPr/>
    </dgm:pt>
    <dgm:pt modelId="{6FFAB9A4-C152-4B18-B5EC-5250CB2806D0}" type="pres">
      <dgm:prSet presAssocID="{1B649994-E556-4F7A-BAE3-F90C2533423B}" presName="childShape" presStyleCnt="0"/>
      <dgm:spPr/>
    </dgm:pt>
    <dgm:pt modelId="{3163CC46-2BCB-4A6B-9784-D2D2EACCD8A6}" type="pres">
      <dgm:prSet presAssocID="{CE58C3D4-A1ED-49BD-AB24-80A07D8F0F76}" presName="root" presStyleCnt="0"/>
      <dgm:spPr/>
    </dgm:pt>
    <dgm:pt modelId="{E80EF5B7-033D-4122-ABFC-E12B0D4C962E}" type="pres">
      <dgm:prSet presAssocID="{CE58C3D4-A1ED-49BD-AB24-80A07D8F0F76}" presName="rootComposite" presStyleCnt="0"/>
      <dgm:spPr/>
    </dgm:pt>
    <dgm:pt modelId="{CD0DB8D5-F7D2-42C0-8004-72403A86D823}" type="pres">
      <dgm:prSet presAssocID="{CE58C3D4-A1ED-49BD-AB24-80A07D8F0F76}" presName="rootText" presStyleLbl="node1" presStyleIdx="3" presStyleCnt="5"/>
      <dgm:spPr/>
    </dgm:pt>
    <dgm:pt modelId="{2B6263EB-CEE6-495F-A8CB-B7F930167BC7}" type="pres">
      <dgm:prSet presAssocID="{CE58C3D4-A1ED-49BD-AB24-80A07D8F0F76}" presName="rootConnector" presStyleLbl="node1" presStyleIdx="3" presStyleCnt="5"/>
      <dgm:spPr/>
    </dgm:pt>
    <dgm:pt modelId="{E28EF605-AE97-4641-8D2A-729F53C0D13C}" type="pres">
      <dgm:prSet presAssocID="{CE58C3D4-A1ED-49BD-AB24-80A07D8F0F76}" presName="childShape" presStyleCnt="0"/>
      <dgm:spPr/>
    </dgm:pt>
    <dgm:pt modelId="{098D259C-5EBF-41CA-BE70-22748B721C88}" type="pres">
      <dgm:prSet presAssocID="{83251D6E-4D2E-496B-A501-B5D83463C491}" presName="root" presStyleCnt="0"/>
      <dgm:spPr/>
    </dgm:pt>
    <dgm:pt modelId="{851F7406-950C-4B1A-A178-84843B73244C}" type="pres">
      <dgm:prSet presAssocID="{83251D6E-4D2E-496B-A501-B5D83463C491}" presName="rootComposite" presStyleCnt="0"/>
      <dgm:spPr/>
    </dgm:pt>
    <dgm:pt modelId="{40CE40E6-E1A8-4920-9F3D-1BBC07C0B3F7}" type="pres">
      <dgm:prSet presAssocID="{83251D6E-4D2E-496B-A501-B5D83463C491}" presName="rootText" presStyleLbl="node1" presStyleIdx="4" presStyleCnt="5"/>
      <dgm:spPr/>
    </dgm:pt>
    <dgm:pt modelId="{29E2E359-FA1B-462D-9CA5-3825DA524F48}" type="pres">
      <dgm:prSet presAssocID="{83251D6E-4D2E-496B-A501-B5D83463C491}" presName="rootConnector" presStyleLbl="node1" presStyleIdx="4" presStyleCnt="5"/>
      <dgm:spPr/>
    </dgm:pt>
    <dgm:pt modelId="{4352351F-33BA-4C1C-B560-1F17D5C745BD}" type="pres">
      <dgm:prSet presAssocID="{83251D6E-4D2E-496B-A501-B5D83463C491}" presName="childShape" presStyleCnt="0"/>
      <dgm:spPr/>
    </dgm:pt>
  </dgm:ptLst>
  <dgm:cxnLst>
    <dgm:cxn modelId="{0E1D6D18-CFF4-4131-8004-65C7DC994557}" type="presOf" srcId="{83251D6E-4D2E-496B-A501-B5D83463C491}" destId="{40CE40E6-E1A8-4920-9F3D-1BBC07C0B3F7}" srcOrd="0" destOrd="0" presId="urn:microsoft.com/office/officeart/2005/8/layout/hierarchy3"/>
    <dgm:cxn modelId="{A9A14C33-6F41-45A8-A09E-C57F0664B4AB}" srcId="{A282D318-DCD4-4E55-A7A4-FDD9D238CA97}" destId="{83251D6E-4D2E-496B-A501-B5D83463C491}" srcOrd="4" destOrd="0" parTransId="{2934D3DC-43EB-4615-9C5D-A3FAC6D4FC5C}" sibTransId="{D4DC38D7-1F1A-45DB-9E7C-3565080AD64A}"/>
    <dgm:cxn modelId="{947CFC3C-42EA-4DB8-922B-0A373098EFAA}" srcId="{A282D318-DCD4-4E55-A7A4-FDD9D238CA97}" destId="{C98E2914-A5C0-4C6E-ADEE-9A3924923F65}" srcOrd="0" destOrd="0" parTransId="{6622E902-4B61-479F-A2DA-E25F8AC256EF}" sibTransId="{EF4196AF-DE52-4889-9CDE-AE7D5DAC716E}"/>
    <dgm:cxn modelId="{0213C15C-4D5D-4C0D-8DF8-82D61A9433D6}" type="presOf" srcId="{CE58C3D4-A1ED-49BD-AB24-80A07D8F0F76}" destId="{CD0DB8D5-F7D2-42C0-8004-72403A86D823}" srcOrd="0" destOrd="0" presId="urn:microsoft.com/office/officeart/2005/8/layout/hierarchy3"/>
    <dgm:cxn modelId="{6E8B1961-AE09-4DF9-86F2-D93C7754AB61}" srcId="{A282D318-DCD4-4E55-A7A4-FDD9D238CA97}" destId="{CE58C3D4-A1ED-49BD-AB24-80A07D8F0F76}" srcOrd="3" destOrd="0" parTransId="{5FC7D48F-5147-4B5F-8C57-C562E4D294DD}" sibTransId="{C1FFA7C6-14BE-43EA-BC61-246338AE74F3}"/>
    <dgm:cxn modelId="{D3F6AA6A-489C-452C-81C5-D586FA56E2A7}" type="presOf" srcId="{1DA7E444-3499-47E5-9D56-AB07B9F5BD52}" destId="{4B02CEAF-A78A-450C-8465-A2B12B0648F4}" srcOrd="0" destOrd="0" presId="urn:microsoft.com/office/officeart/2005/8/layout/hierarchy3"/>
    <dgm:cxn modelId="{53B5E96C-6C24-425B-A975-155B9DE6BBEC}" type="presOf" srcId="{CE58C3D4-A1ED-49BD-AB24-80A07D8F0F76}" destId="{2B6263EB-CEE6-495F-A8CB-B7F930167BC7}" srcOrd="1" destOrd="0" presId="urn:microsoft.com/office/officeart/2005/8/layout/hierarchy3"/>
    <dgm:cxn modelId="{28C23271-5F4F-44F1-AA5F-A28DB6CF1255}" type="presOf" srcId="{83251D6E-4D2E-496B-A501-B5D83463C491}" destId="{29E2E359-FA1B-462D-9CA5-3825DA524F48}" srcOrd="1" destOrd="0" presId="urn:microsoft.com/office/officeart/2005/8/layout/hierarchy3"/>
    <dgm:cxn modelId="{A0728F83-7318-4A62-8154-3C2910F1D060}" type="presOf" srcId="{1DA7E444-3499-47E5-9D56-AB07B9F5BD52}" destId="{FEF1B898-09B1-48B8-BA95-5509A1BE095C}" srcOrd="1" destOrd="0" presId="urn:microsoft.com/office/officeart/2005/8/layout/hierarchy3"/>
    <dgm:cxn modelId="{98687894-EF8B-44DF-8D8C-64986E59E09C}" srcId="{A282D318-DCD4-4E55-A7A4-FDD9D238CA97}" destId="{1DA7E444-3499-47E5-9D56-AB07B9F5BD52}" srcOrd="1" destOrd="0" parTransId="{5508E6A7-8F01-45D5-A780-E5FD09DDE6F5}" sibTransId="{12B3123A-C3D0-4B06-B93C-78D4F60C31FE}"/>
    <dgm:cxn modelId="{AB2360AE-D584-446D-9939-DE2541E87B8A}" type="presOf" srcId="{C98E2914-A5C0-4C6E-ADEE-9A3924923F65}" destId="{19AE2FF2-8D44-4BE7-8F35-D5FFE9A65D47}" srcOrd="0" destOrd="0" presId="urn:microsoft.com/office/officeart/2005/8/layout/hierarchy3"/>
    <dgm:cxn modelId="{A6029BB2-9C8D-4F1B-9352-1D70693CDB9F}" type="presOf" srcId="{1B649994-E556-4F7A-BAE3-F90C2533423B}" destId="{148EF3A6-4D28-4691-9792-91827EB1759C}" srcOrd="1" destOrd="0" presId="urn:microsoft.com/office/officeart/2005/8/layout/hierarchy3"/>
    <dgm:cxn modelId="{C7E798C4-2CCF-4FCE-850D-62DB473FF603}" type="presOf" srcId="{C98E2914-A5C0-4C6E-ADEE-9A3924923F65}" destId="{E4237B42-6CE2-49C7-B1DC-54E7388381D9}" srcOrd="1" destOrd="0" presId="urn:microsoft.com/office/officeart/2005/8/layout/hierarchy3"/>
    <dgm:cxn modelId="{B963CED7-DEC3-4A84-B238-325A5445B33D}" srcId="{A282D318-DCD4-4E55-A7A4-FDD9D238CA97}" destId="{1B649994-E556-4F7A-BAE3-F90C2533423B}" srcOrd="2" destOrd="0" parTransId="{13BEE8CC-1B4D-43CB-B900-08902CD4B88E}" sibTransId="{AB20F85D-8594-472D-81C0-08C46BCD27F7}"/>
    <dgm:cxn modelId="{D8D41FE4-5EF2-4A49-A8E5-09AF3BB44CCF}" type="presOf" srcId="{A282D318-DCD4-4E55-A7A4-FDD9D238CA97}" destId="{6417D42E-E7AC-4262-972D-888C9B4A1A4D}" srcOrd="0" destOrd="0" presId="urn:microsoft.com/office/officeart/2005/8/layout/hierarchy3"/>
    <dgm:cxn modelId="{3F2C63E9-0419-409D-82E1-0570325A7B3E}" type="presOf" srcId="{1B649994-E556-4F7A-BAE3-F90C2533423B}" destId="{99313840-C513-4D8E-A287-D5BBB093F9BA}" srcOrd="0" destOrd="0" presId="urn:microsoft.com/office/officeart/2005/8/layout/hierarchy3"/>
    <dgm:cxn modelId="{34E562D7-73B5-4365-81D6-050350383CDC}" type="presParOf" srcId="{6417D42E-E7AC-4262-972D-888C9B4A1A4D}" destId="{9962D1FF-C239-4311-B698-7E85DE0B0ECF}" srcOrd="0" destOrd="0" presId="urn:microsoft.com/office/officeart/2005/8/layout/hierarchy3"/>
    <dgm:cxn modelId="{89773020-8B89-4BD3-B985-9AC41FD48733}" type="presParOf" srcId="{9962D1FF-C239-4311-B698-7E85DE0B0ECF}" destId="{7717707B-5BB3-44D6-8B4C-9A60FB2E482F}" srcOrd="0" destOrd="0" presId="urn:microsoft.com/office/officeart/2005/8/layout/hierarchy3"/>
    <dgm:cxn modelId="{FF6F7B66-E45F-44DF-B78F-46A84BEB6E72}" type="presParOf" srcId="{7717707B-5BB3-44D6-8B4C-9A60FB2E482F}" destId="{19AE2FF2-8D44-4BE7-8F35-D5FFE9A65D47}" srcOrd="0" destOrd="0" presId="urn:microsoft.com/office/officeart/2005/8/layout/hierarchy3"/>
    <dgm:cxn modelId="{770AC665-0049-456D-A42F-21A874268B58}" type="presParOf" srcId="{7717707B-5BB3-44D6-8B4C-9A60FB2E482F}" destId="{E4237B42-6CE2-49C7-B1DC-54E7388381D9}" srcOrd="1" destOrd="0" presId="urn:microsoft.com/office/officeart/2005/8/layout/hierarchy3"/>
    <dgm:cxn modelId="{09169DC4-F129-471F-B291-58DF95B56502}" type="presParOf" srcId="{9962D1FF-C239-4311-B698-7E85DE0B0ECF}" destId="{D7E97699-BDF3-4D70-A82D-530068BB90EE}" srcOrd="1" destOrd="0" presId="urn:microsoft.com/office/officeart/2005/8/layout/hierarchy3"/>
    <dgm:cxn modelId="{DA7DA62D-D6DA-4722-947B-BD5F37D677B7}" type="presParOf" srcId="{6417D42E-E7AC-4262-972D-888C9B4A1A4D}" destId="{60C83AB1-8DB4-4905-9EF2-5BD2D6A9DE1F}" srcOrd="1" destOrd="0" presId="urn:microsoft.com/office/officeart/2005/8/layout/hierarchy3"/>
    <dgm:cxn modelId="{A8148583-9123-4BBC-98E9-CAE03C1DE658}" type="presParOf" srcId="{60C83AB1-8DB4-4905-9EF2-5BD2D6A9DE1F}" destId="{1BF6514D-9BBB-40DE-8BBC-E30C20BE6F09}" srcOrd="0" destOrd="0" presId="urn:microsoft.com/office/officeart/2005/8/layout/hierarchy3"/>
    <dgm:cxn modelId="{26B34C47-E242-4450-9968-5944CA70B6CC}" type="presParOf" srcId="{1BF6514D-9BBB-40DE-8BBC-E30C20BE6F09}" destId="{4B02CEAF-A78A-450C-8465-A2B12B0648F4}" srcOrd="0" destOrd="0" presId="urn:microsoft.com/office/officeart/2005/8/layout/hierarchy3"/>
    <dgm:cxn modelId="{E3AE5BBC-8D34-4863-AEAE-CBD67275A948}" type="presParOf" srcId="{1BF6514D-9BBB-40DE-8BBC-E30C20BE6F09}" destId="{FEF1B898-09B1-48B8-BA95-5509A1BE095C}" srcOrd="1" destOrd="0" presId="urn:microsoft.com/office/officeart/2005/8/layout/hierarchy3"/>
    <dgm:cxn modelId="{7B4DB0CD-5DF0-4113-BC9A-C171E583A40D}" type="presParOf" srcId="{60C83AB1-8DB4-4905-9EF2-5BD2D6A9DE1F}" destId="{022BE177-D2A6-4A26-A1C2-AE5FAE6777EA}" srcOrd="1" destOrd="0" presId="urn:microsoft.com/office/officeart/2005/8/layout/hierarchy3"/>
    <dgm:cxn modelId="{B4C318FD-D7E1-40A2-9D0B-F137A53A84CB}" type="presParOf" srcId="{6417D42E-E7AC-4262-972D-888C9B4A1A4D}" destId="{B851FC44-7589-4018-BD3B-17F18FAB3C57}" srcOrd="2" destOrd="0" presId="urn:microsoft.com/office/officeart/2005/8/layout/hierarchy3"/>
    <dgm:cxn modelId="{41E90B78-7693-4330-A6DD-E55723090C39}" type="presParOf" srcId="{B851FC44-7589-4018-BD3B-17F18FAB3C57}" destId="{090D0977-212F-42A1-8D32-7BD53956404E}" srcOrd="0" destOrd="0" presId="urn:microsoft.com/office/officeart/2005/8/layout/hierarchy3"/>
    <dgm:cxn modelId="{DAE40C46-EE29-40FC-97CE-9ECEBF4B57BA}" type="presParOf" srcId="{090D0977-212F-42A1-8D32-7BD53956404E}" destId="{99313840-C513-4D8E-A287-D5BBB093F9BA}" srcOrd="0" destOrd="0" presId="urn:microsoft.com/office/officeart/2005/8/layout/hierarchy3"/>
    <dgm:cxn modelId="{3EA2CCE3-7B47-452E-A938-4F75D9358DB1}" type="presParOf" srcId="{090D0977-212F-42A1-8D32-7BD53956404E}" destId="{148EF3A6-4D28-4691-9792-91827EB1759C}" srcOrd="1" destOrd="0" presId="urn:microsoft.com/office/officeart/2005/8/layout/hierarchy3"/>
    <dgm:cxn modelId="{8651ADEC-2527-4BC9-85A4-C6627DE095F6}" type="presParOf" srcId="{B851FC44-7589-4018-BD3B-17F18FAB3C57}" destId="{6FFAB9A4-C152-4B18-B5EC-5250CB2806D0}" srcOrd="1" destOrd="0" presId="urn:microsoft.com/office/officeart/2005/8/layout/hierarchy3"/>
    <dgm:cxn modelId="{A125B80F-EBEF-4D8C-826E-427023396A53}" type="presParOf" srcId="{6417D42E-E7AC-4262-972D-888C9B4A1A4D}" destId="{3163CC46-2BCB-4A6B-9784-D2D2EACCD8A6}" srcOrd="3" destOrd="0" presId="urn:microsoft.com/office/officeart/2005/8/layout/hierarchy3"/>
    <dgm:cxn modelId="{567197DC-9119-4C3B-B5D4-C0368EA32A95}" type="presParOf" srcId="{3163CC46-2BCB-4A6B-9784-D2D2EACCD8A6}" destId="{E80EF5B7-033D-4122-ABFC-E12B0D4C962E}" srcOrd="0" destOrd="0" presId="urn:microsoft.com/office/officeart/2005/8/layout/hierarchy3"/>
    <dgm:cxn modelId="{EF12B74A-0D70-4AE3-AE85-56E326F20611}" type="presParOf" srcId="{E80EF5B7-033D-4122-ABFC-E12B0D4C962E}" destId="{CD0DB8D5-F7D2-42C0-8004-72403A86D823}" srcOrd="0" destOrd="0" presId="urn:microsoft.com/office/officeart/2005/8/layout/hierarchy3"/>
    <dgm:cxn modelId="{45F8B9BA-EB77-4F24-8818-BD057A32EC4B}" type="presParOf" srcId="{E80EF5B7-033D-4122-ABFC-E12B0D4C962E}" destId="{2B6263EB-CEE6-495F-A8CB-B7F930167BC7}" srcOrd="1" destOrd="0" presId="urn:microsoft.com/office/officeart/2005/8/layout/hierarchy3"/>
    <dgm:cxn modelId="{2AAFD71E-A69F-4F6C-93AD-62F07EB45852}" type="presParOf" srcId="{3163CC46-2BCB-4A6B-9784-D2D2EACCD8A6}" destId="{E28EF605-AE97-4641-8D2A-729F53C0D13C}" srcOrd="1" destOrd="0" presId="urn:microsoft.com/office/officeart/2005/8/layout/hierarchy3"/>
    <dgm:cxn modelId="{97BD94CC-326E-435D-9E6C-9C20E47C954E}" type="presParOf" srcId="{6417D42E-E7AC-4262-972D-888C9B4A1A4D}" destId="{098D259C-5EBF-41CA-BE70-22748B721C88}" srcOrd="4" destOrd="0" presId="urn:microsoft.com/office/officeart/2005/8/layout/hierarchy3"/>
    <dgm:cxn modelId="{CBCFE551-9062-4F6B-9574-BCF67BCFA7E7}" type="presParOf" srcId="{098D259C-5EBF-41CA-BE70-22748B721C88}" destId="{851F7406-950C-4B1A-A178-84843B73244C}" srcOrd="0" destOrd="0" presId="urn:microsoft.com/office/officeart/2005/8/layout/hierarchy3"/>
    <dgm:cxn modelId="{CDA0A39E-250F-49E3-BDD2-DBBD582EF5C9}" type="presParOf" srcId="{851F7406-950C-4B1A-A178-84843B73244C}" destId="{40CE40E6-E1A8-4920-9F3D-1BBC07C0B3F7}" srcOrd="0" destOrd="0" presId="urn:microsoft.com/office/officeart/2005/8/layout/hierarchy3"/>
    <dgm:cxn modelId="{F21E9401-6F8B-4F60-B82D-08080704DE77}" type="presParOf" srcId="{851F7406-950C-4B1A-A178-84843B73244C}" destId="{29E2E359-FA1B-462D-9CA5-3825DA524F48}" srcOrd="1" destOrd="0" presId="urn:microsoft.com/office/officeart/2005/8/layout/hierarchy3"/>
    <dgm:cxn modelId="{65489685-4776-4203-A9EC-E0AFFC7AAE99}" type="presParOf" srcId="{098D259C-5EBF-41CA-BE70-22748B721C88}" destId="{4352351F-33BA-4C1C-B560-1F17D5C745BD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11D946-468D-4177-8DCD-425076BCAE7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4EC9B1-33D5-41F9-BDA0-15CF559C9F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There was a positive relationship between size and price: r = 0.42</a:t>
          </a:r>
          <a:endParaRPr lang="en-US" dirty="0"/>
        </a:p>
      </dgm:t>
    </dgm:pt>
    <dgm:pt modelId="{D90F4D1D-FE86-4A9F-8C6A-3BFAB11B7AA6}" type="parTrans" cxnId="{5638FED3-34CF-4805-AE68-8FE06BDA2903}">
      <dgm:prSet/>
      <dgm:spPr/>
      <dgm:t>
        <a:bodyPr/>
        <a:lstStyle/>
        <a:p>
          <a:endParaRPr lang="en-US"/>
        </a:p>
      </dgm:t>
    </dgm:pt>
    <dgm:pt modelId="{2854AC64-A6F4-4598-BACB-553D5BA2D97F}" type="sibTrans" cxnId="{5638FED3-34CF-4805-AE68-8FE06BDA2903}">
      <dgm:prSet/>
      <dgm:spPr/>
      <dgm:t>
        <a:bodyPr/>
        <a:lstStyle/>
        <a:p>
          <a:endParaRPr lang="en-US"/>
        </a:p>
      </dgm:t>
    </dgm:pt>
    <dgm:pt modelId="{31C550FA-3BEB-4DC3-94F3-D20216A2B2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Larger properties generally have higher prices, but not necessarily.</a:t>
          </a:r>
          <a:endParaRPr lang="en-US" dirty="0"/>
        </a:p>
      </dgm:t>
    </dgm:pt>
    <dgm:pt modelId="{BA9F67E4-1461-401A-8253-8E17423FDA34}" type="parTrans" cxnId="{B736AC8B-E740-4C60-84A9-513452FA8501}">
      <dgm:prSet/>
      <dgm:spPr/>
      <dgm:t>
        <a:bodyPr/>
        <a:lstStyle/>
        <a:p>
          <a:endParaRPr lang="en-US"/>
        </a:p>
      </dgm:t>
    </dgm:pt>
    <dgm:pt modelId="{6FD82CAA-0DFB-472A-89A1-08F3D922F05A}" type="sibTrans" cxnId="{B736AC8B-E740-4C60-84A9-513452FA8501}">
      <dgm:prSet/>
      <dgm:spPr/>
      <dgm:t>
        <a:bodyPr/>
        <a:lstStyle/>
        <a:p>
          <a:endParaRPr lang="en-US"/>
        </a:p>
      </dgm:t>
    </dgm:pt>
    <dgm:pt modelId="{E29EC500-0113-45A5-9927-813A96EA5F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Bedrooms were not increasing in the number of price.</a:t>
          </a:r>
          <a:endParaRPr lang="en-US" dirty="0"/>
        </a:p>
      </dgm:t>
    </dgm:pt>
    <dgm:pt modelId="{A2D45A0E-CEA5-49E4-A028-1D936FD2284E}" type="parTrans" cxnId="{29105F1D-2220-4837-B164-0025D9A7FD70}">
      <dgm:prSet/>
      <dgm:spPr/>
      <dgm:t>
        <a:bodyPr/>
        <a:lstStyle/>
        <a:p>
          <a:endParaRPr lang="en-US"/>
        </a:p>
      </dgm:t>
    </dgm:pt>
    <dgm:pt modelId="{8121780C-63B3-4E72-BA71-490A6D45374F}" type="sibTrans" cxnId="{29105F1D-2220-4837-B164-0025D9A7FD70}">
      <dgm:prSet/>
      <dgm:spPr/>
      <dgm:t>
        <a:bodyPr/>
        <a:lstStyle/>
        <a:p>
          <a:endParaRPr lang="en-US"/>
        </a:p>
      </dgm:t>
    </dgm:pt>
    <dgm:pt modelId="{8D5EC89E-14A0-46A9-916C-A80AB5399BA9}" type="pres">
      <dgm:prSet presAssocID="{7D11D946-468D-4177-8DCD-425076BCAE79}" presName="root" presStyleCnt="0">
        <dgm:presLayoutVars>
          <dgm:dir/>
          <dgm:resizeHandles val="exact"/>
        </dgm:presLayoutVars>
      </dgm:prSet>
      <dgm:spPr/>
    </dgm:pt>
    <dgm:pt modelId="{A54A444F-388B-4267-B94B-F3186F022A46}" type="pres">
      <dgm:prSet presAssocID="{454EC9B1-33D5-41F9-BDA0-15CF559C9F8F}" presName="compNode" presStyleCnt="0"/>
      <dgm:spPr/>
    </dgm:pt>
    <dgm:pt modelId="{89AA49D0-076D-48F0-944F-70F52E7E765C}" type="pres">
      <dgm:prSet presAssocID="{454EC9B1-33D5-41F9-BDA0-15CF559C9F8F}" presName="bgRect" presStyleLbl="bgShp" presStyleIdx="0" presStyleCnt="3"/>
      <dgm:spPr/>
    </dgm:pt>
    <dgm:pt modelId="{EF694360-1964-41E5-8CDE-F6C44EFFA127}" type="pres">
      <dgm:prSet presAssocID="{454EC9B1-33D5-41F9-BDA0-15CF559C9F8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7564775-3FD1-4C9D-8085-975AA95EE052}" type="pres">
      <dgm:prSet presAssocID="{454EC9B1-33D5-41F9-BDA0-15CF559C9F8F}" presName="spaceRect" presStyleCnt="0"/>
      <dgm:spPr/>
    </dgm:pt>
    <dgm:pt modelId="{E6BFA7A6-0DB2-4EF6-A71C-832FEE982C58}" type="pres">
      <dgm:prSet presAssocID="{454EC9B1-33D5-41F9-BDA0-15CF559C9F8F}" presName="parTx" presStyleLbl="revTx" presStyleIdx="0" presStyleCnt="3">
        <dgm:presLayoutVars>
          <dgm:chMax val="0"/>
          <dgm:chPref val="0"/>
        </dgm:presLayoutVars>
      </dgm:prSet>
      <dgm:spPr/>
    </dgm:pt>
    <dgm:pt modelId="{8E4607B6-73EC-416E-BE8C-E8BDDB10D418}" type="pres">
      <dgm:prSet presAssocID="{2854AC64-A6F4-4598-BACB-553D5BA2D97F}" presName="sibTrans" presStyleCnt="0"/>
      <dgm:spPr/>
    </dgm:pt>
    <dgm:pt modelId="{F6F67FF8-7AF0-43E3-8F41-30F2C7522886}" type="pres">
      <dgm:prSet presAssocID="{31C550FA-3BEB-4DC3-94F3-D20216A2B225}" presName="compNode" presStyleCnt="0"/>
      <dgm:spPr/>
    </dgm:pt>
    <dgm:pt modelId="{55F035D3-B5EB-4C8F-A75A-FEBF4107745C}" type="pres">
      <dgm:prSet presAssocID="{31C550FA-3BEB-4DC3-94F3-D20216A2B225}" presName="bgRect" presStyleLbl="bgShp" presStyleIdx="1" presStyleCnt="3"/>
      <dgm:spPr/>
    </dgm:pt>
    <dgm:pt modelId="{46FD8DC5-9D1C-47E6-8414-C4D44D41637B}" type="pres">
      <dgm:prSet presAssocID="{31C550FA-3BEB-4DC3-94F3-D20216A2B22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07C1477-C90F-43E1-B447-ADFCBCD86172}" type="pres">
      <dgm:prSet presAssocID="{31C550FA-3BEB-4DC3-94F3-D20216A2B225}" presName="spaceRect" presStyleCnt="0"/>
      <dgm:spPr/>
    </dgm:pt>
    <dgm:pt modelId="{F7F62AF4-AE91-4C00-A182-708B6DD8039A}" type="pres">
      <dgm:prSet presAssocID="{31C550FA-3BEB-4DC3-94F3-D20216A2B225}" presName="parTx" presStyleLbl="revTx" presStyleIdx="1" presStyleCnt="3">
        <dgm:presLayoutVars>
          <dgm:chMax val="0"/>
          <dgm:chPref val="0"/>
        </dgm:presLayoutVars>
      </dgm:prSet>
      <dgm:spPr/>
    </dgm:pt>
    <dgm:pt modelId="{7A12B5B2-60BC-4D7D-BB99-35EBD2499DA1}" type="pres">
      <dgm:prSet presAssocID="{6FD82CAA-0DFB-472A-89A1-08F3D922F05A}" presName="sibTrans" presStyleCnt="0"/>
      <dgm:spPr/>
    </dgm:pt>
    <dgm:pt modelId="{5B030F59-4558-4629-8CFC-0A2A057021F7}" type="pres">
      <dgm:prSet presAssocID="{E29EC500-0113-45A5-9927-813A96EA5F61}" presName="compNode" presStyleCnt="0"/>
      <dgm:spPr/>
    </dgm:pt>
    <dgm:pt modelId="{C337219B-1D92-4B96-9DB7-9C5BB2527473}" type="pres">
      <dgm:prSet presAssocID="{E29EC500-0113-45A5-9927-813A96EA5F61}" presName="bgRect" presStyleLbl="bgShp" presStyleIdx="2" presStyleCnt="3"/>
      <dgm:spPr/>
    </dgm:pt>
    <dgm:pt modelId="{8A90B8DF-BBD7-463A-9C84-67A0B60F1B12}" type="pres">
      <dgm:prSet presAssocID="{E29EC500-0113-45A5-9927-813A96EA5F6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01FD746B-5911-4ECE-A0DB-3C90F944830A}" type="pres">
      <dgm:prSet presAssocID="{E29EC500-0113-45A5-9927-813A96EA5F61}" presName="spaceRect" presStyleCnt="0"/>
      <dgm:spPr/>
    </dgm:pt>
    <dgm:pt modelId="{7B688BBC-C63D-48F1-932C-70DF1E4F350C}" type="pres">
      <dgm:prSet presAssocID="{E29EC500-0113-45A5-9927-813A96EA5F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9105F1D-2220-4837-B164-0025D9A7FD70}" srcId="{7D11D946-468D-4177-8DCD-425076BCAE79}" destId="{E29EC500-0113-45A5-9927-813A96EA5F61}" srcOrd="2" destOrd="0" parTransId="{A2D45A0E-CEA5-49E4-A028-1D936FD2284E}" sibTransId="{8121780C-63B3-4E72-BA71-490A6D45374F}"/>
    <dgm:cxn modelId="{B821D04B-5031-4677-A265-EC19F56B0D04}" type="presOf" srcId="{7D11D946-468D-4177-8DCD-425076BCAE79}" destId="{8D5EC89E-14A0-46A9-916C-A80AB5399BA9}" srcOrd="0" destOrd="0" presId="urn:microsoft.com/office/officeart/2018/2/layout/IconVerticalSolidList"/>
    <dgm:cxn modelId="{B736AC8B-E740-4C60-84A9-513452FA8501}" srcId="{7D11D946-468D-4177-8DCD-425076BCAE79}" destId="{31C550FA-3BEB-4DC3-94F3-D20216A2B225}" srcOrd="1" destOrd="0" parTransId="{BA9F67E4-1461-401A-8253-8E17423FDA34}" sibTransId="{6FD82CAA-0DFB-472A-89A1-08F3D922F05A}"/>
    <dgm:cxn modelId="{5638FED3-34CF-4805-AE68-8FE06BDA2903}" srcId="{7D11D946-468D-4177-8DCD-425076BCAE79}" destId="{454EC9B1-33D5-41F9-BDA0-15CF559C9F8F}" srcOrd="0" destOrd="0" parTransId="{D90F4D1D-FE86-4A9F-8C6A-3BFAB11B7AA6}" sibTransId="{2854AC64-A6F4-4598-BACB-553D5BA2D97F}"/>
    <dgm:cxn modelId="{2950AFE4-5096-4756-9B9B-3EF788404886}" type="presOf" srcId="{31C550FA-3BEB-4DC3-94F3-D20216A2B225}" destId="{F7F62AF4-AE91-4C00-A182-708B6DD8039A}" srcOrd="0" destOrd="0" presId="urn:microsoft.com/office/officeart/2018/2/layout/IconVerticalSolidList"/>
    <dgm:cxn modelId="{E3ACEFEB-6276-4580-BDBA-681A9FA555BC}" type="presOf" srcId="{E29EC500-0113-45A5-9927-813A96EA5F61}" destId="{7B688BBC-C63D-48F1-932C-70DF1E4F350C}" srcOrd="0" destOrd="0" presId="urn:microsoft.com/office/officeart/2018/2/layout/IconVerticalSolidList"/>
    <dgm:cxn modelId="{DC22BBF4-FECC-4EAF-938F-6ED8BC8FC0AA}" type="presOf" srcId="{454EC9B1-33D5-41F9-BDA0-15CF559C9F8F}" destId="{E6BFA7A6-0DB2-4EF6-A71C-832FEE982C58}" srcOrd="0" destOrd="0" presId="urn:microsoft.com/office/officeart/2018/2/layout/IconVerticalSolidList"/>
    <dgm:cxn modelId="{7AA30A96-11E5-4B7A-85A1-26B9DDB26005}" type="presParOf" srcId="{8D5EC89E-14A0-46A9-916C-A80AB5399BA9}" destId="{A54A444F-388B-4267-B94B-F3186F022A46}" srcOrd="0" destOrd="0" presId="urn:microsoft.com/office/officeart/2018/2/layout/IconVerticalSolidList"/>
    <dgm:cxn modelId="{9D8F8793-394D-4940-8935-7E76A09CCBC0}" type="presParOf" srcId="{A54A444F-388B-4267-B94B-F3186F022A46}" destId="{89AA49D0-076D-48F0-944F-70F52E7E765C}" srcOrd="0" destOrd="0" presId="urn:microsoft.com/office/officeart/2018/2/layout/IconVerticalSolidList"/>
    <dgm:cxn modelId="{9F899253-98B6-4539-A1AD-CA5898CBC990}" type="presParOf" srcId="{A54A444F-388B-4267-B94B-F3186F022A46}" destId="{EF694360-1964-41E5-8CDE-F6C44EFFA127}" srcOrd="1" destOrd="0" presId="urn:microsoft.com/office/officeart/2018/2/layout/IconVerticalSolidList"/>
    <dgm:cxn modelId="{7FE54BCC-D9F8-47AF-A297-C8AFEB577023}" type="presParOf" srcId="{A54A444F-388B-4267-B94B-F3186F022A46}" destId="{07564775-3FD1-4C9D-8085-975AA95EE052}" srcOrd="2" destOrd="0" presId="urn:microsoft.com/office/officeart/2018/2/layout/IconVerticalSolidList"/>
    <dgm:cxn modelId="{7F51D98E-C5A7-40CA-9E50-DBC3418F77A8}" type="presParOf" srcId="{A54A444F-388B-4267-B94B-F3186F022A46}" destId="{E6BFA7A6-0DB2-4EF6-A71C-832FEE982C58}" srcOrd="3" destOrd="0" presId="urn:microsoft.com/office/officeart/2018/2/layout/IconVerticalSolidList"/>
    <dgm:cxn modelId="{CEF616DC-E847-4489-B5AE-02684BA4E3B6}" type="presParOf" srcId="{8D5EC89E-14A0-46A9-916C-A80AB5399BA9}" destId="{8E4607B6-73EC-416E-BE8C-E8BDDB10D418}" srcOrd="1" destOrd="0" presId="urn:microsoft.com/office/officeart/2018/2/layout/IconVerticalSolidList"/>
    <dgm:cxn modelId="{CFC3F9BC-3174-4D39-8E0A-1D0F9775FC76}" type="presParOf" srcId="{8D5EC89E-14A0-46A9-916C-A80AB5399BA9}" destId="{F6F67FF8-7AF0-43E3-8F41-30F2C7522886}" srcOrd="2" destOrd="0" presId="urn:microsoft.com/office/officeart/2018/2/layout/IconVerticalSolidList"/>
    <dgm:cxn modelId="{30EFCB7E-EF09-43F0-8820-AB46B4142D5A}" type="presParOf" srcId="{F6F67FF8-7AF0-43E3-8F41-30F2C7522886}" destId="{55F035D3-B5EB-4C8F-A75A-FEBF4107745C}" srcOrd="0" destOrd="0" presId="urn:microsoft.com/office/officeart/2018/2/layout/IconVerticalSolidList"/>
    <dgm:cxn modelId="{1B89C9AA-0C69-4CA4-99B9-F2F2B7008F95}" type="presParOf" srcId="{F6F67FF8-7AF0-43E3-8F41-30F2C7522886}" destId="{46FD8DC5-9D1C-47E6-8414-C4D44D41637B}" srcOrd="1" destOrd="0" presId="urn:microsoft.com/office/officeart/2018/2/layout/IconVerticalSolidList"/>
    <dgm:cxn modelId="{62504F7B-97CC-4B37-97EF-9A369755D119}" type="presParOf" srcId="{F6F67FF8-7AF0-43E3-8F41-30F2C7522886}" destId="{107C1477-C90F-43E1-B447-ADFCBCD86172}" srcOrd="2" destOrd="0" presId="urn:microsoft.com/office/officeart/2018/2/layout/IconVerticalSolidList"/>
    <dgm:cxn modelId="{1D5B6986-A076-423D-8B5E-F79C8360DEC4}" type="presParOf" srcId="{F6F67FF8-7AF0-43E3-8F41-30F2C7522886}" destId="{F7F62AF4-AE91-4C00-A182-708B6DD8039A}" srcOrd="3" destOrd="0" presId="urn:microsoft.com/office/officeart/2018/2/layout/IconVerticalSolidList"/>
    <dgm:cxn modelId="{F156B784-4E25-4F42-9961-E224F0E3535B}" type="presParOf" srcId="{8D5EC89E-14A0-46A9-916C-A80AB5399BA9}" destId="{7A12B5B2-60BC-4D7D-BB99-35EBD2499DA1}" srcOrd="3" destOrd="0" presId="urn:microsoft.com/office/officeart/2018/2/layout/IconVerticalSolidList"/>
    <dgm:cxn modelId="{1CD9D400-A454-48A1-BC26-9847868B0E59}" type="presParOf" srcId="{8D5EC89E-14A0-46A9-916C-A80AB5399BA9}" destId="{5B030F59-4558-4629-8CFC-0A2A057021F7}" srcOrd="4" destOrd="0" presId="urn:microsoft.com/office/officeart/2018/2/layout/IconVerticalSolidList"/>
    <dgm:cxn modelId="{52ACA686-E1A1-4A78-87B5-0937BBCBC828}" type="presParOf" srcId="{5B030F59-4558-4629-8CFC-0A2A057021F7}" destId="{C337219B-1D92-4B96-9DB7-9C5BB2527473}" srcOrd="0" destOrd="0" presId="urn:microsoft.com/office/officeart/2018/2/layout/IconVerticalSolidList"/>
    <dgm:cxn modelId="{7A55BA81-4B7D-46EA-ADBE-392140D22503}" type="presParOf" srcId="{5B030F59-4558-4629-8CFC-0A2A057021F7}" destId="{8A90B8DF-BBD7-463A-9C84-67A0B60F1B12}" srcOrd="1" destOrd="0" presId="urn:microsoft.com/office/officeart/2018/2/layout/IconVerticalSolidList"/>
    <dgm:cxn modelId="{0BA5C904-E9CD-4F7A-8812-023F743E4365}" type="presParOf" srcId="{5B030F59-4558-4629-8CFC-0A2A057021F7}" destId="{01FD746B-5911-4ECE-A0DB-3C90F944830A}" srcOrd="2" destOrd="0" presId="urn:microsoft.com/office/officeart/2018/2/layout/IconVerticalSolidList"/>
    <dgm:cxn modelId="{95D97C7C-C2A7-4D5F-B767-B16FD565CAFB}" type="presParOf" srcId="{5B030F59-4558-4629-8CFC-0A2A057021F7}" destId="{7B688BBC-C63D-48F1-932C-70DF1E4F35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BDAEA79-BDD7-4286-9F4B-674224919A1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1847BA-896A-40C9-BD66-C6D594E6B6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Properties that have pools had a higher median price.</a:t>
          </a:r>
          <a:endParaRPr lang="en-US" dirty="0"/>
        </a:p>
      </dgm:t>
    </dgm:pt>
    <dgm:pt modelId="{1A3B8CA1-5E2C-4C6C-A6A3-AA5913899BBF}" type="parTrans" cxnId="{5F5F2B2B-49D1-4589-B71D-0CAC470B7AD4}">
      <dgm:prSet/>
      <dgm:spPr/>
      <dgm:t>
        <a:bodyPr/>
        <a:lstStyle/>
        <a:p>
          <a:endParaRPr lang="en-US"/>
        </a:p>
      </dgm:t>
    </dgm:pt>
    <dgm:pt modelId="{A6D9F3F9-D30E-4F2D-8A70-4CA5B47D7609}" type="sibTrans" cxnId="{5F5F2B2B-49D1-4589-B71D-0CAC470B7AD4}">
      <dgm:prSet/>
      <dgm:spPr/>
      <dgm:t>
        <a:bodyPr/>
        <a:lstStyle/>
        <a:p>
          <a:endParaRPr lang="en-US"/>
        </a:p>
      </dgm:t>
    </dgm:pt>
    <dgm:pt modelId="{60A39727-52C9-4912-8EB2-6BB963BE8D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pool: SAR 100,000.</a:t>
          </a:r>
        </a:p>
      </dgm:t>
    </dgm:pt>
    <dgm:pt modelId="{C269B2DA-8974-4154-9E64-C3824F16D7CA}" type="parTrans" cxnId="{E5376DE2-626B-414D-8F34-E5C6E7382FAE}">
      <dgm:prSet/>
      <dgm:spPr/>
      <dgm:t>
        <a:bodyPr/>
        <a:lstStyle/>
        <a:p>
          <a:endParaRPr lang="en-US"/>
        </a:p>
      </dgm:t>
    </dgm:pt>
    <dgm:pt modelId="{00554C3E-EAF1-4892-A0AC-7E5275569090}" type="sibTrans" cxnId="{E5376DE2-626B-414D-8F34-E5C6E7382FAE}">
      <dgm:prSet/>
      <dgm:spPr/>
      <dgm:t>
        <a:bodyPr/>
        <a:lstStyle/>
        <a:p>
          <a:endParaRPr lang="en-US"/>
        </a:p>
      </dgm:t>
    </dgm:pt>
    <dgm:pt modelId="{4E3B81EA-8993-4350-9F86-F6AEFCFD6E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Without pool: SAR 70,000.</a:t>
          </a:r>
        </a:p>
      </dgm:t>
    </dgm:pt>
    <dgm:pt modelId="{FB37C14E-5D08-4D49-ACD0-6E5D6A3DB563}" type="parTrans" cxnId="{EEEE16A1-0FBB-41D4-B69F-F2121BDEB9ED}">
      <dgm:prSet/>
      <dgm:spPr/>
      <dgm:t>
        <a:bodyPr/>
        <a:lstStyle/>
        <a:p>
          <a:endParaRPr lang="en-US"/>
        </a:p>
      </dgm:t>
    </dgm:pt>
    <dgm:pt modelId="{51E6BAB5-7AAD-49D3-B60E-C411C77F1053}" type="sibTrans" cxnId="{EEEE16A1-0FBB-41D4-B69F-F2121BDEB9ED}">
      <dgm:prSet/>
      <dgm:spPr/>
      <dgm:t>
        <a:bodyPr/>
        <a:lstStyle/>
        <a:p>
          <a:endParaRPr lang="en-US"/>
        </a:p>
      </dgm:t>
    </dgm:pt>
    <dgm:pt modelId="{F9CE2DA1-A2C6-4DF0-BAA9-07DB53D955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Price difference varied from one city to another.</a:t>
          </a:r>
          <a:endParaRPr lang="en-US" dirty="0"/>
        </a:p>
      </dgm:t>
    </dgm:pt>
    <dgm:pt modelId="{07541499-D997-4D9B-A6B6-7C349F1E98F0}" type="parTrans" cxnId="{38EEBC89-4018-4BFB-90DC-29302C165ADD}">
      <dgm:prSet/>
      <dgm:spPr/>
      <dgm:t>
        <a:bodyPr/>
        <a:lstStyle/>
        <a:p>
          <a:endParaRPr lang="en-US"/>
        </a:p>
      </dgm:t>
    </dgm:pt>
    <dgm:pt modelId="{28BFDB9A-B633-4822-8526-98626EEAFC90}" type="sibTrans" cxnId="{38EEBC89-4018-4BFB-90DC-29302C165ADD}">
      <dgm:prSet/>
      <dgm:spPr/>
      <dgm:t>
        <a:bodyPr/>
        <a:lstStyle/>
        <a:p>
          <a:endParaRPr lang="en-US"/>
        </a:p>
      </dgm:t>
    </dgm:pt>
    <dgm:pt modelId="{2D04284F-B71A-4E29-90F7-A0E3D3174B4D}" type="pres">
      <dgm:prSet presAssocID="{DBDAEA79-BDD7-4286-9F4B-674224919A19}" presName="root" presStyleCnt="0">
        <dgm:presLayoutVars>
          <dgm:dir/>
          <dgm:resizeHandles val="exact"/>
        </dgm:presLayoutVars>
      </dgm:prSet>
      <dgm:spPr/>
    </dgm:pt>
    <dgm:pt modelId="{07625DB1-7D15-4BA3-99E7-34FA89754E1E}" type="pres">
      <dgm:prSet presAssocID="{581847BA-896A-40C9-BD66-C6D594E6B622}" presName="compNode" presStyleCnt="0"/>
      <dgm:spPr/>
    </dgm:pt>
    <dgm:pt modelId="{C63A92D0-29B7-4CB5-92AA-FBEA8EF42144}" type="pres">
      <dgm:prSet presAssocID="{581847BA-896A-40C9-BD66-C6D594E6B622}" presName="bgRect" presStyleLbl="bgShp" presStyleIdx="0" presStyleCnt="4"/>
      <dgm:spPr/>
    </dgm:pt>
    <dgm:pt modelId="{74878162-5A3D-4CFB-8C4B-B03CBF319207}" type="pres">
      <dgm:prSet presAssocID="{581847BA-896A-40C9-BD66-C6D594E6B62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C9F49723-37D6-44D0-8128-DC0EC7643755}" type="pres">
      <dgm:prSet presAssocID="{581847BA-896A-40C9-BD66-C6D594E6B622}" presName="spaceRect" presStyleCnt="0"/>
      <dgm:spPr/>
    </dgm:pt>
    <dgm:pt modelId="{85B05D41-D478-4434-BB86-3BF827F4B61C}" type="pres">
      <dgm:prSet presAssocID="{581847BA-896A-40C9-BD66-C6D594E6B622}" presName="parTx" presStyleLbl="revTx" presStyleIdx="0" presStyleCnt="4">
        <dgm:presLayoutVars>
          <dgm:chMax val="0"/>
          <dgm:chPref val="0"/>
        </dgm:presLayoutVars>
      </dgm:prSet>
      <dgm:spPr/>
    </dgm:pt>
    <dgm:pt modelId="{CF8D3A6E-A126-49E5-B90D-50EACF4A33CD}" type="pres">
      <dgm:prSet presAssocID="{A6D9F3F9-D30E-4F2D-8A70-4CA5B47D7609}" presName="sibTrans" presStyleCnt="0"/>
      <dgm:spPr/>
    </dgm:pt>
    <dgm:pt modelId="{A9592E62-6424-43E2-AF5A-55B187DB0F2B}" type="pres">
      <dgm:prSet presAssocID="{60A39727-52C9-4912-8EB2-6BB963BE8DF1}" presName="compNode" presStyleCnt="0"/>
      <dgm:spPr/>
    </dgm:pt>
    <dgm:pt modelId="{7FD089FB-B6D2-4611-B905-E0C662A531F4}" type="pres">
      <dgm:prSet presAssocID="{60A39727-52C9-4912-8EB2-6BB963BE8DF1}" presName="bgRect" presStyleLbl="bgShp" presStyleIdx="1" presStyleCnt="4"/>
      <dgm:spPr/>
    </dgm:pt>
    <dgm:pt modelId="{94B0D8E0-AAB3-41F0-B847-40F8BF51912F}" type="pres">
      <dgm:prSet presAssocID="{60A39727-52C9-4912-8EB2-6BB963BE8DF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fe ring"/>
        </a:ext>
      </dgm:extLst>
    </dgm:pt>
    <dgm:pt modelId="{A26E197A-A814-4CB8-A4BD-EAD854FE8DE6}" type="pres">
      <dgm:prSet presAssocID="{60A39727-52C9-4912-8EB2-6BB963BE8DF1}" presName="spaceRect" presStyleCnt="0"/>
      <dgm:spPr/>
    </dgm:pt>
    <dgm:pt modelId="{39BEDE11-9007-4FD3-B8F7-258BE6ACB2C3}" type="pres">
      <dgm:prSet presAssocID="{60A39727-52C9-4912-8EB2-6BB963BE8DF1}" presName="parTx" presStyleLbl="revTx" presStyleIdx="1" presStyleCnt="4">
        <dgm:presLayoutVars>
          <dgm:chMax val="0"/>
          <dgm:chPref val="0"/>
        </dgm:presLayoutVars>
      </dgm:prSet>
      <dgm:spPr/>
    </dgm:pt>
    <dgm:pt modelId="{E7AC8664-435A-479F-BADB-7A083602E6E5}" type="pres">
      <dgm:prSet presAssocID="{00554C3E-EAF1-4892-A0AC-7E5275569090}" presName="sibTrans" presStyleCnt="0"/>
      <dgm:spPr/>
    </dgm:pt>
    <dgm:pt modelId="{4603AFCE-C3D5-479E-946F-77D18A34F8DD}" type="pres">
      <dgm:prSet presAssocID="{4E3B81EA-8993-4350-9F86-F6AEFCFD6EF9}" presName="compNode" presStyleCnt="0"/>
      <dgm:spPr/>
    </dgm:pt>
    <dgm:pt modelId="{2162D2CA-6E7B-482C-8242-E8B5DB173718}" type="pres">
      <dgm:prSet presAssocID="{4E3B81EA-8993-4350-9F86-F6AEFCFD6EF9}" presName="bgRect" presStyleLbl="bgShp" presStyleIdx="2" presStyleCnt="4"/>
      <dgm:spPr/>
    </dgm:pt>
    <dgm:pt modelId="{8B97A36A-1503-429E-845A-840DC0FAC4E5}" type="pres">
      <dgm:prSet presAssocID="{4E3B81EA-8993-4350-9F86-F6AEFCFD6EF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90B6D8D-7790-4000-B8DF-B7915855C16B}" type="pres">
      <dgm:prSet presAssocID="{4E3B81EA-8993-4350-9F86-F6AEFCFD6EF9}" presName="spaceRect" presStyleCnt="0"/>
      <dgm:spPr/>
    </dgm:pt>
    <dgm:pt modelId="{FE029099-D238-45BC-996D-C3FA2C677C3C}" type="pres">
      <dgm:prSet presAssocID="{4E3B81EA-8993-4350-9F86-F6AEFCFD6EF9}" presName="parTx" presStyleLbl="revTx" presStyleIdx="2" presStyleCnt="4">
        <dgm:presLayoutVars>
          <dgm:chMax val="0"/>
          <dgm:chPref val="0"/>
        </dgm:presLayoutVars>
      </dgm:prSet>
      <dgm:spPr/>
    </dgm:pt>
    <dgm:pt modelId="{25EBD3EA-9262-4B2F-BC16-53DF0E925C8A}" type="pres">
      <dgm:prSet presAssocID="{51E6BAB5-7AAD-49D3-B60E-C411C77F1053}" presName="sibTrans" presStyleCnt="0"/>
      <dgm:spPr/>
    </dgm:pt>
    <dgm:pt modelId="{C723CFA8-9897-4790-ADB4-549E79C23578}" type="pres">
      <dgm:prSet presAssocID="{F9CE2DA1-A2C6-4DF0-BAA9-07DB53D955F2}" presName="compNode" presStyleCnt="0"/>
      <dgm:spPr/>
    </dgm:pt>
    <dgm:pt modelId="{AD860F1E-DEDA-4A96-951D-6062D8C7FC6C}" type="pres">
      <dgm:prSet presAssocID="{F9CE2DA1-A2C6-4DF0-BAA9-07DB53D955F2}" presName="bgRect" presStyleLbl="bgShp" presStyleIdx="3" presStyleCnt="4"/>
      <dgm:spPr/>
    </dgm:pt>
    <dgm:pt modelId="{7F4D1F23-8A99-44E1-85E4-E9284D8FA78D}" type="pres">
      <dgm:prSet presAssocID="{F9CE2DA1-A2C6-4DF0-BAA9-07DB53D955F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BD865E92-3BE6-44EA-A8B8-71AE5204568B}" type="pres">
      <dgm:prSet presAssocID="{F9CE2DA1-A2C6-4DF0-BAA9-07DB53D955F2}" presName="spaceRect" presStyleCnt="0"/>
      <dgm:spPr/>
    </dgm:pt>
    <dgm:pt modelId="{F0B89B84-7AF9-42E2-960C-B12FB12AAC03}" type="pres">
      <dgm:prSet presAssocID="{F9CE2DA1-A2C6-4DF0-BAA9-07DB53D955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F5F2B2B-49D1-4589-B71D-0CAC470B7AD4}" srcId="{DBDAEA79-BDD7-4286-9F4B-674224919A19}" destId="{581847BA-896A-40C9-BD66-C6D594E6B622}" srcOrd="0" destOrd="0" parTransId="{1A3B8CA1-5E2C-4C6C-A6A3-AA5913899BBF}" sibTransId="{A6D9F3F9-D30E-4F2D-8A70-4CA5B47D7609}"/>
    <dgm:cxn modelId="{6A56AC2B-3E13-41C7-9F40-5F4076C6E9CA}" type="presOf" srcId="{DBDAEA79-BDD7-4286-9F4B-674224919A19}" destId="{2D04284F-B71A-4E29-90F7-A0E3D3174B4D}" srcOrd="0" destOrd="0" presId="urn:microsoft.com/office/officeart/2018/2/layout/IconVerticalSolidList"/>
    <dgm:cxn modelId="{8B51EF33-7207-4DCE-BF3E-EC2EA3C4A408}" type="presOf" srcId="{60A39727-52C9-4912-8EB2-6BB963BE8DF1}" destId="{39BEDE11-9007-4FD3-B8F7-258BE6ACB2C3}" srcOrd="0" destOrd="0" presId="urn:microsoft.com/office/officeart/2018/2/layout/IconVerticalSolidList"/>
    <dgm:cxn modelId="{33A1EB36-C8A4-491B-8254-690ECFF0F1FB}" type="presOf" srcId="{4E3B81EA-8993-4350-9F86-F6AEFCFD6EF9}" destId="{FE029099-D238-45BC-996D-C3FA2C677C3C}" srcOrd="0" destOrd="0" presId="urn:microsoft.com/office/officeart/2018/2/layout/IconVerticalSolidList"/>
    <dgm:cxn modelId="{7201CC56-CB85-4304-9F0F-5ED30830EAAE}" type="presOf" srcId="{F9CE2DA1-A2C6-4DF0-BAA9-07DB53D955F2}" destId="{F0B89B84-7AF9-42E2-960C-B12FB12AAC03}" srcOrd="0" destOrd="0" presId="urn:microsoft.com/office/officeart/2018/2/layout/IconVerticalSolidList"/>
    <dgm:cxn modelId="{38EEBC89-4018-4BFB-90DC-29302C165ADD}" srcId="{DBDAEA79-BDD7-4286-9F4B-674224919A19}" destId="{F9CE2DA1-A2C6-4DF0-BAA9-07DB53D955F2}" srcOrd="3" destOrd="0" parTransId="{07541499-D997-4D9B-A6B6-7C349F1E98F0}" sibTransId="{28BFDB9A-B633-4822-8526-98626EEAFC90}"/>
    <dgm:cxn modelId="{EEEE16A1-0FBB-41D4-B69F-F2121BDEB9ED}" srcId="{DBDAEA79-BDD7-4286-9F4B-674224919A19}" destId="{4E3B81EA-8993-4350-9F86-F6AEFCFD6EF9}" srcOrd="2" destOrd="0" parTransId="{FB37C14E-5D08-4D49-ACD0-6E5D6A3DB563}" sibTransId="{51E6BAB5-7AAD-49D3-B60E-C411C77F1053}"/>
    <dgm:cxn modelId="{53CE18B2-A204-453B-83D0-3E503510189E}" type="presOf" srcId="{581847BA-896A-40C9-BD66-C6D594E6B622}" destId="{85B05D41-D478-4434-BB86-3BF827F4B61C}" srcOrd="0" destOrd="0" presId="urn:microsoft.com/office/officeart/2018/2/layout/IconVerticalSolidList"/>
    <dgm:cxn modelId="{E5376DE2-626B-414D-8F34-E5C6E7382FAE}" srcId="{DBDAEA79-BDD7-4286-9F4B-674224919A19}" destId="{60A39727-52C9-4912-8EB2-6BB963BE8DF1}" srcOrd="1" destOrd="0" parTransId="{C269B2DA-8974-4154-9E64-C3824F16D7CA}" sibTransId="{00554C3E-EAF1-4892-A0AC-7E5275569090}"/>
    <dgm:cxn modelId="{65114F05-2B23-49B6-ADF3-FD2EA32FED55}" type="presParOf" srcId="{2D04284F-B71A-4E29-90F7-A0E3D3174B4D}" destId="{07625DB1-7D15-4BA3-99E7-34FA89754E1E}" srcOrd="0" destOrd="0" presId="urn:microsoft.com/office/officeart/2018/2/layout/IconVerticalSolidList"/>
    <dgm:cxn modelId="{946B012A-210D-4933-8B7D-D2EF497492E3}" type="presParOf" srcId="{07625DB1-7D15-4BA3-99E7-34FA89754E1E}" destId="{C63A92D0-29B7-4CB5-92AA-FBEA8EF42144}" srcOrd="0" destOrd="0" presId="urn:microsoft.com/office/officeart/2018/2/layout/IconVerticalSolidList"/>
    <dgm:cxn modelId="{9BB032D1-78D3-444C-B4DD-142791B8965D}" type="presParOf" srcId="{07625DB1-7D15-4BA3-99E7-34FA89754E1E}" destId="{74878162-5A3D-4CFB-8C4B-B03CBF319207}" srcOrd="1" destOrd="0" presId="urn:microsoft.com/office/officeart/2018/2/layout/IconVerticalSolidList"/>
    <dgm:cxn modelId="{A5C00328-0A1C-4312-8535-DEBCA2323C92}" type="presParOf" srcId="{07625DB1-7D15-4BA3-99E7-34FA89754E1E}" destId="{C9F49723-37D6-44D0-8128-DC0EC7643755}" srcOrd="2" destOrd="0" presId="urn:microsoft.com/office/officeart/2018/2/layout/IconVerticalSolidList"/>
    <dgm:cxn modelId="{4CD394F8-2F33-47EF-B421-6877A56AF8D8}" type="presParOf" srcId="{07625DB1-7D15-4BA3-99E7-34FA89754E1E}" destId="{85B05D41-D478-4434-BB86-3BF827F4B61C}" srcOrd="3" destOrd="0" presId="urn:microsoft.com/office/officeart/2018/2/layout/IconVerticalSolidList"/>
    <dgm:cxn modelId="{92BD1916-5695-42E5-B02F-FC6EB38D257D}" type="presParOf" srcId="{2D04284F-B71A-4E29-90F7-A0E3D3174B4D}" destId="{CF8D3A6E-A126-49E5-B90D-50EACF4A33CD}" srcOrd="1" destOrd="0" presId="urn:microsoft.com/office/officeart/2018/2/layout/IconVerticalSolidList"/>
    <dgm:cxn modelId="{079822E8-A18F-49AF-A31E-6E045BD52B3A}" type="presParOf" srcId="{2D04284F-B71A-4E29-90F7-A0E3D3174B4D}" destId="{A9592E62-6424-43E2-AF5A-55B187DB0F2B}" srcOrd="2" destOrd="0" presId="urn:microsoft.com/office/officeart/2018/2/layout/IconVerticalSolidList"/>
    <dgm:cxn modelId="{6E7E7016-1BD4-4BD8-A73B-EBFBD1AB154E}" type="presParOf" srcId="{A9592E62-6424-43E2-AF5A-55B187DB0F2B}" destId="{7FD089FB-B6D2-4611-B905-E0C662A531F4}" srcOrd="0" destOrd="0" presId="urn:microsoft.com/office/officeart/2018/2/layout/IconVerticalSolidList"/>
    <dgm:cxn modelId="{EBCB7D60-7B4A-4F18-94EC-AECC05AB34F8}" type="presParOf" srcId="{A9592E62-6424-43E2-AF5A-55B187DB0F2B}" destId="{94B0D8E0-AAB3-41F0-B847-40F8BF51912F}" srcOrd="1" destOrd="0" presId="urn:microsoft.com/office/officeart/2018/2/layout/IconVerticalSolidList"/>
    <dgm:cxn modelId="{59FEEA65-5FB4-495B-9050-15DAE4C4D9DC}" type="presParOf" srcId="{A9592E62-6424-43E2-AF5A-55B187DB0F2B}" destId="{A26E197A-A814-4CB8-A4BD-EAD854FE8DE6}" srcOrd="2" destOrd="0" presId="urn:microsoft.com/office/officeart/2018/2/layout/IconVerticalSolidList"/>
    <dgm:cxn modelId="{5E8CF4E8-13D7-44BB-A9FD-0FDF63AA0A3A}" type="presParOf" srcId="{A9592E62-6424-43E2-AF5A-55B187DB0F2B}" destId="{39BEDE11-9007-4FD3-B8F7-258BE6ACB2C3}" srcOrd="3" destOrd="0" presId="urn:microsoft.com/office/officeart/2018/2/layout/IconVerticalSolidList"/>
    <dgm:cxn modelId="{745AABE1-44F6-4507-8177-DD802527D374}" type="presParOf" srcId="{2D04284F-B71A-4E29-90F7-A0E3D3174B4D}" destId="{E7AC8664-435A-479F-BADB-7A083602E6E5}" srcOrd="3" destOrd="0" presId="urn:microsoft.com/office/officeart/2018/2/layout/IconVerticalSolidList"/>
    <dgm:cxn modelId="{454E4A41-88B3-44A3-9635-92136D81F034}" type="presParOf" srcId="{2D04284F-B71A-4E29-90F7-A0E3D3174B4D}" destId="{4603AFCE-C3D5-479E-946F-77D18A34F8DD}" srcOrd="4" destOrd="0" presId="urn:microsoft.com/office/officeart/2018/2/layout/IconVerticalSolidList"/>
    <dgm:cxn modelId="{28C0CD78-AB07-4026-A9ED-E228A28829A5}" type="presParOf" srcId="{4603AFCE-C3D5-479E-946F-77D18A34F8DD}" destId="{2162D2CA-6E7B-482C-8242-E8B5DB173718}" srcOrd="0" destOrd="0" presId="urn:microsoft.com/office/officeart/2018/2/layout/IconVerticalSolidList"/>
    <dgm:cxn modelId="{AD50FD2D-722F-437D-B4D2-3A38DE4AC01F}" type="presParOf" srcId="{4603AFCE-C3D5-479E-946F-77D18A34F8DD}" destId="{8B97A36A-1503-429E-845A-840DC0FAC4E5}" srcOrd="1" destOrd="0" presId="urn:microsoft.com/office/officeart/2018/2/layout/IconVerticalSolidList"/>
    <dgm:cxn modelId="{4679823B-0025-40C8-A6A0-FA87CF245154}" type="presParOf" srcId="{4603AFCE-C3D5-479E-946F-77D18A34F8DD}" destId="{290B6D8D-7790-4000-B8DF-B7915855C16B}" srcOrd="2" destOrd="0" presId="urn:microsoft.com/office/officeart/2018/2/layout/IconVerticalSolidList"/>
    <dgm:cxn modelId="{409E4CC4-17CA-4A06-88A1-188CB83D4EDD}" type="presParOf" srcId="{4603AFCE-C3D5-479E-946F-77D18A34F8DD}" destId="{FE029099-D238-45BC-996D-C3FA2C677C3C}" srcOrd="3" destOrd="0" presId="urn:microsoft.com/office/officeart/2018/2/layout/IconVerticalSolidList"/>
    <dgm:cxn modelId="{0C16F708-A3DA-45CF-B808-B91C7D99D9FF}" type="presParOf" srcId="{2D04284F-B71A-4E29-90F7-A0E3D3174B4D}" destId="{25EBD3EA-9262-4B2F-BC16-53DF0E925C8A}" srcOrd="5" destOrd="0" presId="urn:microsoft.com/office/officeart/2018/2/layout/IconVerticalSolidList"/>
    <dgm:cxn modelId="{08B75C36-1EB8-4468-AD8D-BC398CD1AE81}" type="presParOf" srcId="{2D04284F-B71A-4E29-90F7-A0E3D3174B4D}" destId="{C723CFA8-9897-4790-ADB4-549E79C23578}" srcOrd="6" destOrd="0" presId="urn:microsoft.com/office/officeart/2018/2/layout/IconVerticalSolidList"/>
    <dgm:cxn modelId="{0EAA5D36-36EC-4E84-8F00-D8746A437D1C}" type="presParOf" srcId="{C723CFA8-9897-4790-ADB4-549E79C23578}" destId="{AD860F1E-DEDA-4A96-951D-6062D8C7FC6C}" srcOrd="0" destOrd="0" presId="urn:microsoft.com/office/officeart/2018/2/layout/IconVerticalSolidList"/>
    <dgm:cxn modelId="{54A00E47-B759-419E-A62A-AA9118E847AD}" type="presParOf" srcId="{C723CFA8-9897-4790-ADB4-549E79C23578}" destId="{7F4D1F23-8A99-44E1-85E4-E9284D8FA78D}" srcOrd="1" destOrd="0" presId="urn:microsoft.com/office/officeart/2018/2/layout/IconVerticalSolidList"/>
    <dgm:cxn modelId="{54FA61A3-7BD9-4D5A-92EA-4DE9CBACD890}" type="presParOf" srcId="{C723CFA8-9897-4790-ADB4-549E79C23578}" destId="{BD865E92-3BE6-44EA-A8B8-71AE5204568B}" srcOrd="2" destOrd="0" presId="urn:microsoft.com/office/officeart/2018/2/layout/IconVerticalSolidList"/>
    <dgm:cxn modelId="{D8F4B009-9A5A-493D-A4D2-C4BD7CAD5F54}" type="presParOf" srcId="{C723CFA8-9897-4790-ADB4-549E79C23578}" destId="{F0B89B84-7AF9-42E2-960C-B12FB12AAC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1C7256-3AFE-40EA-8B5A-087143DB194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8792C4-E378-4A63-AF1F-EED13E9236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Jeddah had the highest median price and price per m².</a:t>
          </a:r>
          <a:endParaRPr lang="en-US" dirty="0"/>
        </a:p>
      </dgm:t>
    </dgm:pt>
    <dgm:pt modelId="{07A55739-7088-4629-8A2D-EBA7E76895B7}" type="parTrans" cxnId="{AABA77AC-A3CE-4687-B7C6-B79268B5AA35}">
      <dgm:prSet/>
      <dgm:spPr/>
      <dgm:t>
        <a:bodyPr/>
        <a:lstStyle/>
        <a:p>
          <a:endParaRPr lang="en-US"/>
        </a:p>
      </dgm:t>
    </dgm:pt>
    <dgm:pt modelId="{4B1340BF-E206-451B-B630-3171FB2EBFE4}" type="sibTrans" cxnId="{AABA77AC-A3CE-4687-B7C6-B79268B5AA35}">
      <dgm:prSet/>
      <dgm:spPr/>
      <dgm:t>
        <a:bodyPr/>
        <a:lstStyle/>
        <a:p>
          <a:endParaRPr lang="en-US"/>
        </a:p>
      </dgm:t>
    </dgm:pt>
    <dgm:pt modelId="{0071EDF6-425B-4810-9E57-DDAC78A389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Size showed moderate connection with price.</a:t>
          </a:r>
          <a:br>
            <a:rPr lang="en-US" b="0" i="0" dirty="0"/>
          </a:br>
          <a:endParaRPr lang="en-US" dirty="0"/>
        </a:p>
      </dgm:t>
    </dgm:pt>
    <dgm:pt modelId="{32C13FC7-F86E-466B-A704-934AB4ABE212}" type="parTrans" cxnId="{F0FA9EB5-7D00-451C-B08B-51451D53D0AF}">
      <dgm:prSet/>
      <dgm:spPr/>
      <dgm:t>
        <a:bodyPr/>
        <a:lstStyle/>
        <a:p>
          <a:endParaRPr lang="en-US"/>
        </a:p>
      </dgm:t>
    </dgm:pt>
    <dgm:pt modelId="{9396B7EB-AF48-4225-9260-074780D3D56D}" type="sibTrans" cxnId="{F0FA9EB5-7D00-451C-B08B-51451D53D0AF}">
      <dgm:prSet/>
      <dgm:spPr/>
      <dgm:t>
        <a:bodyPr/>
        <a:lstStyle/>
        <a:p>
          <a:endParaRPr lang="en-US"/>
        </a:p>
      </dgm:t>
    </dgm:pt>
    <dgm:pt modelId="{240C60C4-1BC3-457E-801E-F8CADB7B3CD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Bedrooms and age were poor predictors of the price.</a:t>
          </a:r>
          <a:endParaRPr lang="en-US" dirty="0"/>
        </a:p>
      </dgm:t>
    </dgm:pt>
    <dgm:pt modelId="{8E695C0C-6D4C-43F3-95B1-D470DBA0C894}" type="parTrans" cxnId="{306CEA06-0D21-4557-9EDA-D9A790C5D717}">
      <dgm:prSet/>
      <dgm:spPr/>
      <dgm:t>
        <a:bodyPr/>
        <a:lstStyle/>
        <a:p>
          <a:endParaRPr lang="en-US"/>
        </a:p>
      </dgm:t>
    </dgm:pt>
    <dgm:pt modelId="{FAF387D4-6837-48D1-9E5D-1EDB8B305D82}" type="sibTrans" cxnId="{306CEA06-0D21-4557-9EDA-D9A790C5D717}">
      <dgm:prSet/>
      <dgm:spPr/>
      <dgm:t>
        <a:bodyPr/>
        <a:lstStyle/>
        <a:p>
          <a:endParaRPr lang="en-US"/>
        </a:p>
      </dgm:t>
    </dgm:pt>
    <dgm:pt modelId="{509CB212-C803-4878-A743-383D95C3631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Pool and </a:t>
          </a:r>
          <a:r>
            <a:rPr lang="en-US" b="0" i="0" dirty="0" err="1"/>
            <a:t>frontyard</a:t>
          </a:r>
          <a:r>
            <a:rPr lang="en-US" b="0" i="0" dirty="0"/>
            <a:t> showed high connection with prices.</a:t>
          </a:r>
          <a:br>
            <a:rPr lang="en-US" dirty="0"/>
          </a:br>
          <a:endParaRPr lang="en-US" dirty="0"/>
        </a:p>
      </dgm:t>
    </dgm:pt>
    <dgm:pt modelId="{C9B3CDB6-80D7-4310-A847-8E6BEED666AC}" type="parTrans" cxnId="{25B3A548-B5C5-4281-91E4-2A8E9D3F5A7E}">
      <dgm:prSet/>
      <dgm:spPr/>
      <dgm:t>
        <a:bodyPr/>
        <a:lstStyle/>
        <a:p>
          <a:endParaRPr lang="en-US"/>
        </a:p>
      </dgm:t>
    </dgm:pt>
    <dgm:pt modelId="{71D2D8D7-D0B0-4B23-8E6E-857603E1543B}" type="sibTrans" cxnId="{25B3A548-B5C5-4281-91E4-2A8E9D3F5A7E}">
      <dgm:prSet/>
      <dgm:spPr/>
      <dgm:t>
        <a:bodyPr/>
        <a:lstStyle/>
        <a:p>
          <a:endParaRPr lang="en-US"/>
        </a:p>
      </dgm:t>
    </dgm:pt>
    <dgm:pt modelId="{BF0F5ACD-C361-4550-AD29-84517A7DCF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Location is still a significant factor.</a:t>
          </a:r>
          <a:endParaRPr lang="en-US" dirty="0"/>
        </a:p>
      </dgm:t>
    </dgm:pt>
    <dgm:pt modelId="{EE31053E-5EA2-4753-86B5-6438A3DC7CB2}" type="parTrans" cxnId="{A7393BFD-A62B-4154-962D-0352BFC5DECA}">
      <dgm:prSet/>
      <dgm:spPr/>
      <dgm:t>
        <a:bodyPr/>
        <a:lstStyle/>
        <a:p>
          <a:endParaRPr lang="en-US"/>
        </a:p>
      </dgm:t>
    </dgm:pt>
    <dgm:pt modelId="{6F7EC7C2-91A5-477E-AF1C-6E4A99D4B633}" type="sibTrans" cxnId="{A7393BFD-A62B-4154-962D-0352BFC5DECA}">
      <dgm:prSet/>
      <dgm:spPr/>
      <dgm:t>
        <a:bodyPr/>
        <a:lstStyle/>
        <a:p>
          <a:endParaRPr lang="en-US"/>
        </a:p>
      </dgm:t>
    </dgm:pt>
    <dgm:pt modelId="{FF1F2D02-E82D-4A1F-AB8A-645F2ECC0D94}" type="pres">
      <dgm:prSet presAssocID="{411C7256-3AFE-40EA-8B5A-087143DB194A}" presName="root" presStyleCnt="0">
        <dgm:presLayoutVars>
          <dgm:dir/>
          <dgm:resizeHandles val="exact"/>
        </dgm:presLayoutVars>
      </dgm:prSet>
      <dgm:spPr/>
    </dgm:pt>
    <dgm:pt modelId="{C14FCD0F-FD16-4DE8-9E6E-14DBABE30444}" type="pres">
      <dgm:prSet presAssocID="{E78792C4-E378-4A63-AF1F-EED13E92366B}" presName="compNode" presStyleCnt="0"/>
      <dgm:spPr/>
    </dgm:pt>
    <dgm:pt modelId="{9C3533D6-54CC-476D-B1FE-E76D9BCDA89D}" type="pres">
      <dgm:prSet presAssocID="{E78792C4-E378-4A63-AF1F-EED13E92366B}" presName="iconBgRect" presStyleLbl="bgShp" presStyleIdx="0" presStyleCnt="5"/>
      <dgm:spPr/>
    </dgm:pt>
    <dgm:pt modelId="{660A6D09-B83B-4183-B11B-EC5C467D1DDD}" type="pres">
      <dgm:prSet presAssocID="{E78792C4-E378-4A63-AF1F-EED13E92366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59F9CFB-0A35-48D0-A8A8-021D7219AA4B}" type="pres">
      <dgm:prSet presAssocID="{E78792C4-E378-4A63-AF1F-EED13E92366B}" presName="spaceRect" presStyleCnt="0"/>
      <dgm:spPr/>
    </dgm:pt>
    <dgm:pt modelId="{FB47D3A7-7896-4817-9651-30BF14E2CCE0}" type="pres">
      <dgm:prSet presAssocID="{E78792C4-E378-4A63-AF1F-EED13E92366B}" presName="textRect" presStyleLbl="revTx" presStyleIdx="0" presStyleCnt="5">
        <dgm:presLayoutVars>
          <dgm:chMax val="1"/>
          <dgm:chPref val="1"/>
        </dgm:presLayoutVars>
      </dgm:prSet>
      <dgm:spPr/>
    </dgm:pt>
    <dgm:pt modelId="{C6448778-5D4C-432A-A0F2-B9E7AB6895AB}" type="pres">
      <dgm:prSet presAssocID="{4B1340BF-E206-451B-B630-3171FB2EBFE4}" presName="sibTrans" presStyleCnt="0"/>
      <dgm:spPr/>
    </dgm:pt>
    <dgm:pt modelId="{790584E1-A65D-414E-A3AE-30CD6BD9B488}" type="pres">
      <dgm:prSet presAssocID="{0071EDF6-425B-4810-9E57-DDAC78A38971}" presName="compNode" presStyleCnt="0"/>
      <dgm:spPr/>
    </dgm:pt>
    <dgm:pt modelId="{47BA0DDF-4A21-4158-9D66-2FE7B1443969}" type="pres">
      <dgm:prSet presAssocID="{0071EDF6-425B-4810-9E57-DDAC78A38971}" presName="iconBgRect" presStyleLbl="bgShp" presStyleIdx="1" presStyleCnt="5"/>
      <dgm:spPr/>
    </dgm:pt>
    <dgm:pt modelId="{D0D6DE52-D586-43F3-8C29-FB6FBED5C84A}" type="pres">
      <dgm:prSet presAssocID="{0071EDF6-425B-4810-9E57-DDAC78A3897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5D26A44C-D1B7-4B13-BE92-54BBFD9DE675}" type="pres">
      <dgm:prSet presAssocID="{0071EDF6-425B-4810-9E57-DDAC78A38971}" presName="spaceRect" presStyleCnt="0"/>
      <dgm:spPr/>
    </dgm:pt>
    <dgm:pt modelId="{550307C1-4502-4BB8-95E8-CAAEAAA9C9CC}" type="pres">
      <dgm:prSet presAssocID="{0071EDF6-425B-4810-9E57-DDAC78A38971}" presName="textRect" presStyleLbl="revTx" presStyleIdx="1" presStyleCnt="5">
        <dgm:presLayoutVars>
          <dgm:chMax val="1"/>
          <dgm:chPref val="1"/>
        </dgm:presLayoutVars>
      </dgm:prSet>
      <dgm:spPr/>
    </dgm:pt>
    <dgm:pt modelId="{6584E6AC-9AD4-4609-B4E4-D83F857B8E53}" type="pres">
      <dgm:prSet presAssocID="{9396B7EB-AF48-4225-9260-074780D3D56D}" presName="sibTrans" presStyleCnt="0"/>
      <dgm:spPr/>
    </dgm:pt>
    <dgm:pt modelId="{FD925A7B-6851-44E4-801E-AD751B7007A0}" type="pres">
      <dgm:prSet presAssocID="{240C60C4-1BC3-457E-801E-F8CADB7B3CD5}" presName="compNode" presStyleCnt="0"/>
      <dgm:spPr/>
    </dgm:pt>
    <dgm:pt modelId="{84DBD3D4-9F6F-4AB4-A9D6-353F0D355A85}" type="pres">
      <dgm:prSet presAssocID="{240C60C4-1BC3-457E-801E-F8CADB7B3CD5}" presName="iconBgRect" presStyleLbl="bgShp" presStyleIdx="2" presStyleCnt="5"/>
      <dgm:spPr/>
    </dgm:pt>
    <dgm:pt modelId="{A6012B87-5322-4833-8120-699ABE50B6B5}" type="pres">
      <dgm:prSet presAssocID="{240C60C4-1BC3-457E-801E-F8CADB7B3CD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3452DE14-906E-4BE2-BA07-4561BD9E5AB5}" type="pres">
      <dgm:prSet presAssocID="{240C60C4-1BC3-457E-801E-F8CADB7B3CD5}" presName="spaceRect" presStyleCnt="0"/>
      <dgm:spPr/>
    </dgm:pt>
    <dgm:pt modelId="{24BFA5A0-6D51-4B7F-86C3-D666D13CAED6}" type="pres">
      <dgm:prSet presAssocID="{240C60C4-1BC3-457E-801E-F8CADB7B3CD5}" presName="textRect" presStyleLbl="revTx" presStyleIdx="2" presStyleCnt="5">
        <dgm:presLayoutVars>
          <dgm:chMax val="1"/>
          <dgm:chPref val="1"/>
        </dgm:presLayoutVars>
      </dgm:prSet>
      <dgm:spPr/>
    </dgm:pt>
    <dgm:pt modelId="{EC1311B6-4E28-4BF1-8921-B100A73C9C33}" type="pres">
      <dgm:prSet presAssocID="{FAF387D4-6837-48D1-9E5D-1EDB8B305D82}" presName="sibTrans" presStyleCnt="0"/>
      <dgm:spPr/>
    </dgm:pt>
    <dgm:pt modelId="{65716A95-F9A6-49D2-B299-AD3D8ACE513D}" type="pres">
      <dgm:prSet presAssocID="{509CB212-C803-4878-A743-383D95C36314}" presName="compNode" presStyleCnt="0"/>
      <dgm:spPr/>
    </dgm:pt>
    <dgm:pt modelId="{C388E0AF-7EF9-44E3-9AFE-989B4B3FBA55}" type="pres">
      <dgm:prSet presAssocID="{509CB212-C803-4878-A743-383D95C36314}" presName="iconBgRect" presStyleLbl="bgShp" presStyleIdx="3" presStyleCnt="5"/>
      <dgm:spPr/>
    </dgm:pt>
    <dgm:pt modelId="{BEDE72E2-F39C-4526-8CAB-90E909C509EA}" type="pres">
      <dgm:prSet presAssocID="{509CB212-C803-4878-A743-383D95C3631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E3093837-35F4-426A-AB62-3A514EF201AB}" type="pres">
      <dgm:prSet presAssocID="{509CB212-C803-4878-A743-383D95C36314}" presName="spaceRect" presStyleCnt="0"/>
      <dgm:spPr/>
    </dgm:pt>
    <dgm:pt modelId="{2204DB9C-D848-47B8-A779-5FA5BBA237C7}" type="pres">
      <dgm:prSet presAssocID="{509CB212-C803-4878-A743-383D95C36314}" presName="textRect" presStyleLbl="revTx" presStyleIdx="3" presStyleCnt="5">
        <dgm:presLayoutVars>
          <dgm:chMax val="1"/>
          <dgm:chPref val="1"/>
        </dgm:presLayoutVars>
      </dgm:prSet>
      <dgm:spPr/>
    </dgm:pt>
    <dgm:pt modelId="{F4ACD6A5-8E7C-4FA8-ACF9-568E88120924}" type="pres">
      <dgm:prSet presAssocID="{71D2D8D7-D0B0-4B23-8E6E-857603E1543B}" presName="sibTrans" presStyleCnt="0"/>
      <dgm:spPr/>
    </dgm:pt>
    <dgm:pt modelId="{C5D8B5A4-0664-4647-85F0-81BB9950CE85}" type="pres">
      <dgm:prSet presAssocID="{BF0F5ACD-C361-4550-AD29-84517A7DCFFD}" presName="compNode" presStyleCnt="0"/>
      <dgm:spPr/>
    </dgm:pt>
    <dgm:pt modelId="{A76F081D-2EC4-44E3-8165-260A0B4F2B8C}" type="pres">
      <dgm:prSet presAssocID="{BF0F5ACD-C361-4550-AD29-84517A7DCFFD}" presName="iconBgRect" presStyleLbl="bgShp" presStyleIdx="4" presStyleCnt="5"/>
      <dgm:spPr/>
    </dgm:pt>
    <dgm:pt modelId="{CA77BC8E-80F2-448F-A66D-4B68063B8706}" type="pres">
      <dgm:prSet presAssocID="{BF0F5ACD-C361-4550-AD29-84517A7DCFF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5D8643CF-3780-4D51-B2B1-C0957C5F096F}" type="pres">
      <dgm:prSet presAssocID="{BF0F5ACD-C361-4550-AD29-84517A7DCFFD}" presName="spaceRect" presStyleCnt="0"/>
      <dgm:spPr/>
    </dgm:pt>
    <dgm:pt modelId="{7275C5CC-1EEA-4633-8E2B-71F2CD5D9A74}" type="pres">
      <dgm:prSet presAssocID="{BF0F5ACD-C361-4550-AD29-84517A7DCFF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06CEA06-0D21-4557-9EDA-D9A790C5D717}" srcId="{411C7256-3AFE-40EA-8B5A-087143DB194A}" destId="{240C60C4-1BC3-457E-801E-F8CADB7B3CD5}" srcOrd="2" destOrd="0" parTransId="{8E695C0C-6D4C-43F3-95B1-D470DBA0C894}" sibTransId="{FAF387D4-6837-48D1-9E5D-1EDB8B305D82}"/>
    <dgm:cxn modelId="{25B3A548-B5C5-4281-91E4-2A8E9D3F5A7E}" srcId="{411C7256-3AFE-40EA-8B5A-087143DB194A}" destId="{509CB212-C803-4878-A743-383D95C36314}" srcOrd="3" destOrd="0" parTransId="{C9B3CDB6-80D7-4310-A847-8E6BEED666AC}" sibTransId="{71D2D8D7-D0B0-4B23-8E6E-857603E1543B}"/>
    <dgm:cxn modelId="{2253774E-42E1-4076-A610-4BC5B6DAB81F}" type="presOf" srcId="{240C60C4-1BC3-457E-801E-F8CADB7B3CD5}" destId="{24BFA5A0-6D51-4B7F-86C3-D666D13CAED6}" srcOrd="0" destOrd="0" presId="urn:microsoft.com/office/officeart/2018/5/layout/IconCircleLabelList"/>
    <dgm:cxn modelId="{44CD9C83-6357-448E-8760-C1FD886739DB}" type="presOf" srcId="{411C7256-3AFE-40EA-8B5A-087143DB194A}" destId="{FF1F2D02-E82D-4A1F-AB8A-645F2ECC0D94}" srcOrd="0" destOrd="0" presId="urn:microsoft.com/office/officeart/2018/5/layout/IconCircleLabelList"/>
    <dgm:cxn modelId="{4A79CA90-3903-4F3B-991A-EFE8951FE0FB}" type="presOf" srcId="{509CB212-C803-4878-A743-383D95C36314}" destId="{2204DB9C-D848-47B8-A779-5FA5BBA237C7}" srcOrd="0" destOrd="0" presId="urn:microsoft.com/office/officeart/2018/5/layout/IconCircleLabelList"/>
    <dgm:cxn modelId="{67EA7CA5-37F1-409F-9B8B-F871F4D460D0}" type="presOf" srcId="{E78792C4-E378-4A63-AF1F-EED13E92366B}" destId="{FB47D3A7-7896-4817-9651-30BF14E2CCE0}" srcOrd="0" destOrd="0" presId="urn:microsoft.com/office/officeart/2018/5/layout/IconCircleLabelList"/>
    <dgm:cxn modelId="{AABA77AC-A3CE-4687-B7C6-B79268B5AA35}" srcId="{411C7256-3AFE-40EA-8B5A-087143DB194A}" destId="{E78792C4-E378-4A63-AF1F-EED13E92366B}" srcOrd="0" destOrd="0" parTransId="{07A55739-7088-4629-8A2D-EBA7E76895B7}" sibTransId="{4B1340BF-E206-451B-B630-3171FB2EBFE4}"/>
    <dgm:cxn modelId="{6C7CEAB1-C126-4664-B50A-FF3EA88D5B01}" type="presOf" srcId="{BF0F5ACD-C361-4550-AD29-84517A7DCFFD}" destId="{7275C5CC-1EEA-4633-8E2B-71F2CD5D9A74}" srcOrd="0" destOrd="0" presId="urn:microsoft.com/office/officeart/2018/5/layout/IconCircleLabelList"/>
    <dgm:cxn modelId="{F0FA9EB5-7D00-451C-B08B-51451D53D0AF}" srcId="{411C7256-3AFE-40EA-8B5A-087143DB194A}" destId="{0071EDF6-425B-4810-9E57-DDAC78A38971}" srcOrd="1" destOrd="0" parTransId="{32C13FC7-F86E-466B-A704-934AB4ABE212}" sibTransId="{9396B7EB-AF48-4225-9260-074780D3D56D}"/>
    <dgm:cxn modelId="{0388E1D4-EB97-46CB-8BA7-E42A67AFE51C}" type="presOf" srcId="{0071EDF6-425B-4810-9E57-DDAC78A38971}" destId="{550307C1-4502-4BB8-95E8-CAAEAAA9C9CC}" srcOrd="0" destOrd="0" presId="urn:microsoft.com/office/officeart/2018/5/layout/IconCircleLabelList"/>
    <dgm:cxn modelId="{A7393BFD-A62B-4154-962D-0352BFC5DECA}" srcId="{411C7256-3AFE-40EA-8B5A-087143DB194A}" destId="{BF0F5ACD-C361-4550-AD29-84517A7DCFFD}" srcOrd="4" destOrd="0" parTransId="{EE31053E-5EA2-4753-86B5-6438A3DC7CB2}" sibTransId="{6F7EC7C2-91A5-477E-AF1C-6E4A99D4B633}"/>
    <dgm:cxn modelId="{E365305B-C94C-4276-9BC1-BF652B996E55}" type="presParOf" srcId="{FF1F2D02-E82D-4A1F-AB8A-645F2ECC0D94}" destId="{C14FCD0F-FD16-4DE8-9E6E-14DBABE30444}" srcOrd="0" destOrd="0" presId="urn:microsoft.com/office/officeart/2018/5/layout/IconCircleLabelList"/>
    <dgm:cxn modelId="{2A63ADC7-D67F-442D-B458-76545359C733}" type="presParOf" srcId="{C14FCD0F-FD16-4DE8-9E6E-14DBABE30444}" destId="{9C3533D6-54CC-476D-B1FE-E76D9BCDA89D}" srcOrd="0" destOrd="0" presId="urn:microsoft.com/office/officeart/2018/5/layout/IconCircleLabelList"/>
    <dgm:cxn modelId="{6A08BB68-E19F-4CEA-B34E-DF6C33607440}" type="presParOf" srcId="{C14FCD0F-FD16-4DE8-9E6E-14DBABE30444}" destId="{660A6D09-B83B-4183-B11B-EC5C467D1DDD}" srcOrd="1" destOrd="0" presId="urn:microsoft.com/office/officeart/2018/5/layout/IconCircleLabelList"/>
    <dgm:cxn modelId="{56D96D1C-8189-48EE-A1AD-DF1B5F48E2C9}" type="presParOf" srcId="{C14FCD0F-FD16-4DE8-9E6E-14DBABE30444}" destId="{059F9CFB-0A35-48D0-A8A8-021D7219AA4B}" srcOrd="2" destOrd="0" presId="urn:microsoft.com/office/officeart/2018/5/layout/IconCircleLabelList"/>
    <dgm:cxn modelId="{E7BBD2BB-7182-48DC-A0D4-A8410C10A008}" type="presParOf" srcId="{C14FCD0F-FD16-4DE8-9E6E-14DBABE30444}" destId="{FB47D3A7-7896-4817-9651-30BF14E2CCE0}" srcOrd="3" destOrd="0" presId="urn:microsoft.com/office/officeart/2018/5/layout/IconCircleLabelList"/>
    <dgm:cxn modelId="{20DCE911-F767-4CEE-8418-8E6094375F56}" type="presParOf" srcId="{FF1F2D02-E82D-4A1F-AB8A-645F2ECC0D94}" destId="{C6448778-5D4C-432A-A0F2-B9E7AB6895AB}" srcOrd="1" destOrd="0" presId="urn:microsoft.com/office/officeart/2018/5/layout/IconCircleLabelList"/>
    <dgm:cxn modelId="{200200A2-323D-42D2-BA8E-6CE37C20F071}" type="presParOf" srcId="{FF1F2D02-E82D-4A1F-AB8A-645F2ECC0D94}" destId="{790584E1-A65D-414E-A3AE-30CD6BD9B488}" srcOrd="2" destOrd="0" presId="urn:microsoft.com/office/officeart/2018/5/layout/IconCircleLabelList"/>
    <dgm:cxn modelId="{17D841EF-5BFF-4CE6-8B7B-8D251B253F25}" type="presParOf" srcId="{790584E1-A65D-414E-A3AE-30CD6BD9B488}" destId="{47BA0DDF-4A21-4158-9D66-2FE7B1443969}" srcOrd="0" destOrd="0" presId="urn:microsoft.com/office/officeart/2018/5/layout/IconCircleLabelList"/>
    <dgm:cxn modelId="{BE7A043C-9B1F-4C79-BD94-78BCA4BE48CD}" type="presParOf" srcId="{790584E1-A65D-414E-A3AE-30CD6BD9B488}" destId="{D0D6DE52-D586-43F3-8C29-FB6FBED5C84A}" srcOrd="1" destOrd="0" presId="urn:microsoft.com/office/officeart/2018/5/layout/IconCircleLabelList"/>
    <dgm:cxn modelId="{15D1CE01-8A6D-4C53-A1B1-1CD35D81FF43}" type="presParOf" srcId="{790584E1-A65D-414E-A3AE-30CD6BD9B488}" destId="{5D26A44C-D1B7-4B13-BE92-54BBFD9DE675}" srcOrd="2" destOrd="0" presId="urn:microsoft.com/office/officeart/2018/5/layout/IconCircleLabelList"/>
    <dgm:cxn modelId="{AD129D9A-28F9-45E1-BB1F-E7092F62A3FF}" type="presParOf" srcId="{790584E1-A65D-414E-A3AE-30CD6BD9B488}" destId="{550307C1-4502-4BB8-95E8-CAAEAAA9C9CC}" srcOrd="3" destOrd="0" presId="urn:microsoft.com/office/officeart/2018/5/layout/IconCircleLabelList"/>
    <dgm:cxn modelId="{BEDE93AC-C62D-4B59-8264-214FC42851A1}" type="presParOf" srcId="{FF1F2D02-E82D-4A1F-AB8A-645F2ECC0D94}" destId="{6584E6AC-9AD4-4609-B4E4-D83F857B8E53}" srcOrd="3" destOrd="0" presId="urn:microsoft.com/office/officeart/2018/5/layout/IconCircleLabelList"/>
    <dgm:cxn modelId="{03B5247B-8396-4D53-8291-D19C8B34E46D}" type="presParOf" srcId="{FF1F2D02-E82D-4A1F-AB8A-645F2ECC0D94}" destId="{FD925A7B-6851-44E4-801E-AD751B7007A0}" srcOrd="4" destOrd="0" presId="urn:microsoft.com/office/officeart/2018/5/layout/IconCircleLabelList"/>
    <dgm:cxn modelId="{7A9BD2D8-E8BD-4751-A1DF-6D3BD5770CB2}" type="presParOf" srcId="{FD925A7B-6851-44E4-801E-AD751B7007A0}" destId="{84DBD3D4-9F6F-4AB4-A9D6-353F0D355A85}" srcOrd="0" destOrd="0" presId="urn:microsoft.com/office/officeart/2018/5/layout/IconCircleLabelList"/>
    <dgm:cxn modelId="{9D780C50-75EE-4BB0-93A3-2D3F7BB01795}" type="presParOf" srcId="{FD925A7B-6851-44E4-801E-AD751B7007A0}" destId="{A6012B87-5322-4833-8120-699ABE50B6B5}" srcOrd="1" destOrd="0" presId="urn:microsoft.com/office/officeart/2018/5/layout/IconCircleLabelList"/>
    <dgm:cxn modelId="{277B3715-C006-4EC4-B921-D3CFF230CF3E}" type="presParOf" srcId="{FD925A7B-6851-44E4-801E-AD751B7007A0}" destId="{3452DE14-906E-4BE2-BA07-4561BD9E5AB5}" srcOrd="2" destOrd="0" presId="urn:microsoft.com/office/officeart/2018/5/layout/IconCircleLabelList"/>
    <dgm:cxn modelId="{81C87DFC-DDFB-43C3-AD67-4A9931908CA8}" type="presParOf" srcId="{FD925A7B-6851-44E4-801E-AD751B7007A0}" destId="{24BFA5A0-6D51-4B7F-86C3-D666D13CAED6}" srcOrd="3" destOrd="0" presId="urn:microsoft.com/office/officeart/2018/5/layout/IconCircleLabelList"/>
    <dgm:cxn modelId="{1DF6D2F4-58DE-496D-8968-A166C1F84FF2}" type="presParOf" srcId="{FF1F2D02-E82D-4A1F-AB8A-645F2ECC0D94}" destId="{EC1311B6-4E28-4BF1-8921-B100A73C9C33}" srcOrd="5" destOrd="0" presId="urn:microsoft.com/office/officeart/2018/5/layout/IconCircleLabelList"/>
    <dgm:cxn modelId="{27EEA94B-39D3-424D-9F6A-8CB682BC73B2}" type="presParOf" srcId="{FF1F2D02-E82D-4A1F-AB8A-645F2ECC0D94}" destId="{65716A95-F9A6-49D2-B299-AD3D8ACE513D}" srcOrd="6" destOrd="0" presId="urn:microsoft.com/office/officeart/2018/5/layout/IconCircleLabelList"/>
    <dgm:cxn modelId="{BD45F858-2638-4FB6-9221-5EF609B73BCE}" type="presParOf" srcId="{65716A95-F9A6-49D2-B299-AD3D8ACE513D}" destId="{C388E0AF-7EF9-44E3-9AFE-989B4B3FBA55}" srcOrd="0" destOrd="0" presId="urn:microsoft.com/office/officeart/2018/5/layout/IconCircleLabelList"/>
    <dgm:cxn modelId="{68640D25-0BE6-47A5-A5C9-03A8B3F35814}" type="presParOf" srcId="{65716A95-F9A6-49D2-B299-AD3D8ACE513D}" destId="{BEDE72E2-F39C-4526-8CAB-90E909C509EA}" srcOrd="1" destOrd="0" presId="urn:microsoft.com/office/officeart/2018/5/layout/IconCircleLabelList"/>
    <dgm:cxn modelId="{F987EAF3-53C7-43AD-858A-73AF1B476B85}" type="presParOf" srcId="{65716A95-F9A6-49D2-B299-AD3D8ACE513D}" destId="{E3093837-35F4-426A-AB62-3A514EF201AB}" srcOrd="2" destOrd="0" presId="urn:microsoft.com/office/officeart/2018/5/layout/IconCircleLabelList"/>
    <dgm:cxn modelId="{6AEA540E-93BA-4C62-9598-7C8C308235BA}" type="presParOf" srcId="{65716A95-F9A6-49D2-B299-AD3D8ACE513D}" destId="{2204DB9C-D848-47B8-A779-5FA5BBA237C7}" srcOrd="3" destOrd="0" presId="urn:microsoft.com/office/officeart/2018/5/layout/IconCircleLabelList"/>
    <dgm:cxn modelId="{51DFC36D-3725-4727-8043-D9FC26C4C841}" type="presParOf" srcId="{FF1F2D02-E82D-4A1F-AB8A-645F2ECC0D94}" destId="{F4ACD6A5-8E7C-4FA8-ACF9-568E88120924}" srcOrd="7" destOrd="0" presId="urn:microsoft.com/office/officeart/2018/5/layout/IconCircleLabelList"/>
    <dgm:cxn modelId="{FF3EB527-4437-438F-B654-2FACDC6B03DC}" type="presParOf" srcId="{FF1F2D02-E82D-4A1F-AB8A-645F2ECC0D94}" destId="{C5D8B5A4-0664-4647-85F0-81BB9950CE85}" srcOrd="8" destOrd="0" presId="urn:microsoft.com/office/officeart/2018/5/layout/IconCircleLabelList"/>
    <dgm:cxn modelId="{39669BB6-F392-483C-BBB4-A943E6F5F011}" type="presParOf" srcId="{C5D8B5A4-0664-4647-85F0-81BB9950CE85}" destId="{A76F081D-2EC4-44E3-8165-260A0B4F2B8C}" srcOrd="0" destOrd="0" presId="urn:microsoft.com/office/officeart/2018/5/layout/IconCircleLabelList"/>
    <dgm:cxn modelId="{C0DE2F7F-5D98-45C3-9976-DC8962793510}" type="presParOf" srcId="{C5D8B5A4-0664-4647-85F0-81BB9950CE85}" destId="{CA77BC8E-80F2-448F-A66D-4B68063B8706}" srcOrd="1" destOrd="0" presId="urn:microsoft.com/office/officeart/2018/5/layout/IconCircleLabelList"/>
    <dgm:cxn modelId="{487DC040-8232-4D5C-800B-1261ACBF30BB}" type="presParOf" srcId="{C5D8B5A4-0664-4647-85F0-81BB9950CE85}" destId="{5D8643CF-3780-4D51-B2B1-C0957C5F096F}" srcOrd="2" destOrd="0" presId="urn:microsoft.com/office/officeart/2018/5/layout/IconCircleLabelList"/>
    <dgm:cxn modelId="{AF86AA06-2515-4BB4-84D9-DEB7A24EBAF8}" type="presParOf" srcId="{C5D8B5A4-0664-4647-85F0-81BB9950CE85}" destId="{7275C5CC-1EEA-4633-8E2B-71F2CD5D9A7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61FBD-958F-4A17-8D4C-9D82F54DFA4E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This project is an examination of real estate listings from four Saudi cities.</a:t>
          </a:r>
          <a:endParaRPr lang="en-US" sz="2100" kern="1200" dirty="0"/>
        </a:p>
      </dsp:txBody>
      <dsp:txXfrm>
        <a:off x="23773" y="23773"/>
        <a:ext cx="7797822" cy="764123"/>
      </dsp:txXfrm>
    </dsp:sp>
    <dsp:sp modelId="{648154A8-376D-44BB-8284-0BCC494E94A9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Four cities are listed in the dataset namely, Riyadh, Jeddah, Dammam, and Khobar.</a:t>
          </a:r>
          <a:endParaRPr lang="en-US" sz="2100" kern="1200" dirty="0"/>
        </a:p>
      </dsp:txBody>
      <dsp:txXfrm>
        <a:off x="755937" y="983018"/>
        <a:ext cx="7434967" cy="764123"/>
      </dsp:txXfrm>
    </dsp:sp>
    <dsp:sp modelId="{76FE6086-E37F-4A5A-871D-AFB2A13340C2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The variables to be analyzed include property prices, location, size, and property features.</a:t>
          </a:r>
          <a:endParaRPr lang="en-US" sz="2100" kern="1200" dirty="0"/>
        </a:p>
      </dsp:txBody>
      <dsp:txXfrm>
        <a:off x="1477174" y="1942263"/>
        <a:ext cx="7445895" cy="764123"/>
      </dsp:txXfrm>
    </dsp:sp>
    <dsp:sp modelId="{E203155C-F797-4DAC-AFE0-76676F3A338E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Python was utilized to analyze, visualize and clean the dataset.</a:t>
          </a:r>
          <a:endParaRPr lang="en-US" sz="2100" kern="1200" dirty="0"/>
        </a:p>
      </dsp:txBody>
      <dsp:txXfrm>
        <a:off x="2209338" y="2901508"/>
        <a:ext cx="7434967" cy="764123"/>
      </dsp:txXfrm>
    </dsp:sp>
    <dsp:sp modelId="{D160E6F3-71A7-4B91-9F4F-5ED6DBC6CFA6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AD641F9A-69BE-4722-ABB7-214D3911A187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DE7AEB30-0743-430B-A759-9B132BC64F90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77E3D-A78E-47E4-93AB-F7D15956E523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EC771-C989-43A7-B667-69BE1C0EA1A8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Price varies based on the city and district.</a:t>
          </a:r>
          <a:endParaRPr lang="en-US" sz="1200" kern="1200" dirty="0"/>
        </a:p>
      </dsp:txBody>
      <dsp:txXfrm>
        <a:off x="333914" y="2276522"/>
        <a:ext cx="1800000" cy="720000"/>
      </dsp:txXfrm>
    </dsp:sp>
    <dsp:sp modelId="{695CC533-9489-480E-AB54-7042EBAAC2EF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9FFA3-983F-4213-9142-3F07145E6976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Similar properties can have different prices.</a:t>
          </a:r>
        </a:p>
      </dsp:txBody>
      <dsp:txXfrm>
        <a:off x="2448914" y="2276522"/>
        <a:ext cx="1800000" cy="720000"/>
      </dsp:txXfrm>
    </dsp:sp>
    <dsp:sp modelId="{D4ED2C24-E104-481D-A370-C6C11DCAA500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74F96-DB0F-41D3-88DF-67CE3AC1C5EA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Duration of rent is not explicitly mentioned.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4563914" y="2276522"/>
        <a:ext cx="1800000" cy="720000"/>
      </dsp:txXfrm>
    </dsp:sp>
    <dsp:sp modelId="{C6688D42-9D39-4FD8-9D21-9A8772E682F7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09881-4CD1-49B8-91B7-0555894C08F4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Duplicates and outliers may influence the results.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6678914" y="2276522"/>
        <a:ext cx="1800000" cy="720000"/>
      </dsp:txXfrm>
    </dsp:sp>
    <dsp:sp modelId="{B244390A-0CBA-4270-9864-7EEC138F7C8A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A1F92-3A3F-4079-9585-5015CFA048C5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It complicates a fair price comparison.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8793914" y="227652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119F5-3142-4BE7-9FDA-C4A4797514C5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014E8-0C4B-4912-8971-5EBCBBFF5CBD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Dataset: 3,718 entries with 24 columns.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100682" y="2427484"/>
        <a:ext cx="2370489" cy="720000"/>
      </dsp:txXfrm>
    </dsp:sp>
    <dsp:sp modelId="{99076712-4F49-48FF-B28A-237C0C63FD58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429F8-FEC7-4B79-9EF7-5C7C97ED78B9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Compare prices of cities and districts.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2886007" y="2427484"/>
        <a:ext cx="2370489" cy="720000"/>
      </dsp:txXfrm>
    </dsp:sp>
    <dsp:sp modelId="{E142B8BA-AC8F-4DCC-BBF4-CE90AEA1DBD5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44A14-F5A3-424A-9FCB-8BEC4BB25BBB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Analyze size, number of rooms, age, pool, and </a:t>
          </a:r>
          <a:r>
            <a:rPr lang="en-US" sz="1200" b="0" i="0" kern="1200" dirty="0" err="1"/>
            <a:t>frontyard</a:t>
          </a:r>
          <a:r>
            <a:rPr lang="en-US" sz="1200" b="0" i="0" kern="1200" dirty="0"/>
            <a:t>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5671332" y="2427484"/>
        <a:ext cx="2370489" cy="720000"/>
      </dsp:txXfrm>
    </dsp:sp>
    <dsp:sp modelId="{75261425-56E7-47E4-9BAB-7FC24A00CA94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40ADF-1480-4CDE-8BA2-90642373C86B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Determine the correlation between the variables and high estimated annual prices.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8456657" y="2427484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E2FF2-8D44-4BE7-8F35-D5FFE9A65D47}">
      <dsp:nvSpPr>
        <dsp:cNvPr id="0" name=""/>
        <dsp:cNvSpPr/>
      </dsp:nvSpPr>
      <dsp:spPr>
        <a:xfrm>
          <a:off x="5335" y="1641520"/>
          <a:ext cx="1819526" cy="9097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Deleted 2 out of range size values.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31981" y="1668166"/>
        <a:ext cx="1766234" cy="856471"/>
      </dsp:txXfrm>
    </dsp:sp>
    <dsp:sp modelId="{4B02CEAF-A78A-450C-8465-A2B12B0648F4}">
      <dsp:nvSpPr>
        <dsp:cNvPr id="0" name=""/>
        <dsp:cNvSpPr/>
      </dsp:nvSpPr>
      <dsp:spPr>
        <a:xfrm>
          <a:off x="2279743" y="1641520"/>
          <a:ext cx="1819526" cy="909763"/>
        </a:xfrm>
        <a:prstGeom prst="roundRect">
          <a:avLst>
            <a:gd name="adj" fmla="val 1000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Deleted 1 sale entry identified.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2306389" y="1668166"/>
        <a:ext cx="1766234" cy="856471"/>
      </dsp:txXfrm>
    </dsp:sp>
    <dsp:sp modelId="{99313840-C513-4D8E-A287-D5BBB093F9BA}">
      <dsp:nvSpPr>
        <dsp:cNvPr id="0" name=""/>
        <dsp:cNvSpPr/>
      </dsp:nvSpPr>
      <dsp:spPr>
        <a:xfrm>
          <a:off x="4554151" y="1641520"/>
          <a:ext cx="1819526" cy="909763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Final dataset for analysis: 3,715 listings.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4580797" y="1668166"/>
        <a:ext cx="1766234" cy="856471"/>
      </dsp:txXfrm>
    </dsp:sp>
    <dsp:sp modelId="{CD0DB8D5-F7D2-42C0-8004-72403A86D823}">
      <dsp:nvSpPr>
        <dsp:cNvPr id="0" name=""/>
        <dsp:cNvSpPr/>
      </dsp:nvSpPr>
      <dsp:spPr>
        <a:xfrm>
          <a:off x="6828559" y="1641520"/>
          <a:ext cx="1819526" cy="909763"/>
        </a:xfrm>
        <a:prstGeom prst="roundRect">
          <a:avLst>
            <a:gd name="adj" fmla="val 10000"/>
          </a:avLst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Missing descriptions were not deleted.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6855205" y="1668166"/>
        <a:ext cx="1766234" cy="856471"/>
      </dsp:txXfrm>
    </dsp:sp>
    <dsp:sp modelId="{40CE40E6-E1A8-4920-9F3D-1BBC07C0B3F7}">
      <dsp:nvSpPr>
        <dsp:cNvPr id="0" name=""/>
        <dsp:cNvSpPr/>
      </dsp:nvSpPr>
      <dsp:spPr>
        <a:xfrm>
          <a:off x="9102966" y="1641520"/>
          <a:ext cx="1819526" cy="909763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Duplicate rows were not deleted due to lack of unique property identifier.</a:t>
          </a:r>
          <a:br>
            <a:rPr lang="en-US" sz="1200" b="0" i="0" kern="1200" dirty="0"/>
          </a:br>
          <a:endParaRPr lang="en-US" sz="1200" kern="1200" dirty="0"/>
        </a:p>
      </dsp:txBody>
      <dsp:txXfrm>
        <a:off x="9129612" y="1668166"/>
        <a:ext cx="1766234" cy="8564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A49D0-076D-48F0-944F-70F52E7E765C}">
      <dsp:nvSpPr>
        <dsp:cNvPr id="0" name=""/>
        <dsp:cNvSpPr/>
      </dsp:nvSpPr>
      <dsp:spPr>
        <a:xfrm>
          <a:off x="0" y="447"/>
          <a:ext cx="4832803" cy="10467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694360-1964-41E5-8CDE-F6C44EFFA127}">
      <dsp:nvSpPr>
        <dsp:cNvPr id="0" name=""/>
        <dsp:cNvSpPr/>
      </dsp:nvSpPr>
      <dsp:spPr>
        <a:xfrm>
          <a:off x="316627" y="235955"/>
          <a:ext cx="575686" cy="5756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FA7A6-0DB2-4EF6-A71C-832FEE982C58}">
      <dsp:nvSpPr>
        <dsp:cNvPr id="0" name=""/>
        <dsp:cNvSpPr/>
      </dsp:nvSpPr>
      <dsp:spPr>
        <a:xfrm>
          <a:off x="1208940" y="447"/>
          <a:ext cx="3623862" cy="1046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76" tIns="110776" rIns="110776" bIns="1107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There was a positive relationship between size and price: r = 0.42</a:t>
          </a:r>
          <a:endParaRPr lang="en-US" sz="1800" kern="1200" dirty="0"/>
        </a:p>
      </dsp:txBody>
      <dsp:txXfrm>
        <a:off x="1208940" y="447"/>
        <a:ext cx="3623862" cy="1046701"/>
      </dsp:txXfrm>
    </dsp:sp>
    <dsp:sp modelId="{55F035D3-B5EB-4C8F-A75A-FEBF4107745C}">
      <dsp:nvSpPr>
        <dsp:cNvPr id="0" name=""/>
        <dsp:cNvSpPr/>
      </dsp:nvSpPr>
      <dsp:spPr>
        <a:xfrm>
          <a:off x="0" y="1308824"/>
          <a:ext cx="4832803" cy="10467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D8DC5-9D1C-47E6-8414-C4D44D41637B}">
      <dsp:nvSpPr>
        <dsp:cNvPr id="0" name=""/>
        <dsp:cNvSpPr/>
      </dsp:nvSpPr>
      <dsp:spPr>
        <a:xfrm>
          <a:off x="316627" y="1544332"/>
          <a:ext cx="575686" cy="5756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62AF4-AE91-4C00-A182-708B6DD8039A}">
      <dsp:nvSpPr>
        <dsp:cNvPr id="0" name=""/>
        <dsp:cNvSpPr/>
      </dsp:nvSpPr>
      <dsp:spPr>
        <a:xfrm>
          <a:off x="1208940" y="1308824"/>
          <a:ext cx="3623862" cy="1046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76" tIns="110776" rIns="110776" bIns="1107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Larger properties generally have higher prices, but not necessarily.</a:t>
          </a:r>
          <a:endParaRPr lang="en-US" sz="1800" kern="1200" dirty="0"/>
        </a:p>
      </dsp:txBody>
      <dsp:txXfrm>
        <a:off x="1208940" y="1308824"/>
        <a:ext cx="3623862" cy="1046701"/>
      </dsp:txXfrm>
    </dsp:sp>
    <dsp:sp modelId="{C337219B-1D92-4B96-9DB7-9C5BB2527473}">
      <dsp:nvSpPr>
        <dsp:cNvPr id="0" name=""/>
        <dsp:cNvSpPr/>
      </dsp:nvSpPr>
      <dsp:spPr>
        <a:xfrm>
          <a:off x="0" y="2617201"/>
          <a:ext cx="4832803" cy="10467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0B8DF-BBD7-463A-9C84-67A0B60F1B12}">
      <dsp:nvSpPr>
        <dsp:cNvPr id="0" name=""/>
        <dsp:cNvSpPr/>
      </dsp:nvSpPr>
      <dsp:spPr>
        <a:xfrm>
          <a:off x="316627" y="2852709"/>
          <a:ext cx="575686" cy="5756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88BBC-C63D-48F1-932C-70DF1E4F350C}">
      <dsp:nvSpPr>
        <dsp:cNvPr id="0" name=""/>
        <dsp:cNvSpPr/>
      </dsp:nvSpPr>
      <dsp:spPr>
        <a:xfrm>
          <a:off x="1208940" y="2617201"/>
          <a:ext cx="3623862" cy="1046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76" tIns="110776" rIns="110776" bIns="1107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Bedrooms were not increasing in the number of price.</a:t>
          </a:r>
          <a:endParaRPr lang="en-US" sz="1800" kern="1200" dirty="0"/>
        </a:p>
      </dsp:txBody>
      <dsp:txXfrm>
        <a:off x="1208940" y="2617201"/>
        <a:ext cx="3623862" cy="10467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3A92D0-29B7-4CB5-92AA-FBEA8EF42144}">
      <dsp:nvSpPr>
        <dsp:cNvPr id="0" name=""/>
        <dsp:cNvSpPr/>
      </dsp:nvSpPr>
      <dsp:spPr>
        <a:xfrm>
          <a:off x="0" y="1540"/>
          <a:ext cx="4800600" cy="7807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78162-5A3D-4CFB-8C4B-B03CBF319207}">
      <dsp:nvSpPr>
        <dsp:cNvPr id="0" name=""/>
        <dsp:cNvSpPr/>
      </dsp:nvSpPr>
      <dsp:spPr>
        <a:xfrm>
          <a:off x="236172" y="177205"/>
          <a:ext cx="429404" cy="42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05D41-D478-4434-BB86-3BF827F4B61C}">
      <dsp:nvSpPr>
        <dsp:cNvPr id="0" name=""/>
        <dsp:cNvSpPr/>
      </dsp:nvSpPr>
      <dsp:spPr>
        <a:xfrm>
          <a:off x="901748" y="1540"/>
          <a:ext cx="3898851" cy="78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628" tIns="82628" rIns="82628" bIns="8262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Properties that have pools had a higher median price.</a:t>
          </a:r>
          <a:endParaRPr lang="en-US" sz="1900" kern="1200" dirty="0"/>
        </a:p>
      </dsp:txBody>
      <dsp:txXfrm>
        <a:off x="901748" y="1540"/>
        <a:ext cx="3898851" cy="780734"/>
      </dsp:txXfrm>
    </dsp:sp>
    <dsp:sp modelId="{7FD089FB-B6D2-4611-B905-E0C662A531F4}">
      <dsp:nvSpPr>
        <dsp:cNvPr id="0" name=""/>
        <dsp:cNvSpPr/>
      </dsp:nvSpPr>
      <dsp:spPr>
        <a:xfrm>
          <a:off x="0" y="977458"/>
          <a:ext cx="4800600" cy="7807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0D8E0-AAB3-41F0-B847-40F8BF51912F}">
      <dsp:nvSpPr>
        <dsp:cNvPr id="0" name=""/>
        <dsp:cNvSpPr/>
      </dsp:nvSpPr>
      <dsp:spPr>
        <a:xfrm>
          <a:off x="236172" y="1153124"/>
          <a:ext cx="429404" cy="42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EDE11-9007-4FD3-B8F7-258BE6ACB2C3}">
      <dsp:nvSpPr>
        <dsp:cNvPr id="0" name=""/>
        <dsp:cNvSpPr/>
      </dsp:nvSpPr>
      <dsp:spPr>
        <a:xfrm>
          <a:off x="901748" y="977458"/>
          <a:ext cx="3898851" cy="78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628" tIns="82628" rIns="82628" bIns="8262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With pool: SAR 100,000.</a:t>
          </a:r>
        </a:p>
      </dsp:txBody>
      <dsp:txXfrm>
        <a:off x="901748" y="977458"/>
        <a:ext cx="3898851" cy="780734"/>
      </dsp:txXfrm>
    </dsp:sp>
    <dsp:sp modelId="{2162D2CA-6E7B-482C-8242-E8B5DB173718}">
      <dsp:nvSpPr>
        <dsp:cNvPr id="0" name=""/>
        <dsp:cNvSpPr/>
      </dsp:nvSpPr>
      <dsp:spPr>
        <a:xfrm>
          <a:off x="0" y="1953377"/>
          <a:ext cx="4800600" cy="7807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7A36A-1503-429E-845A-840DC0FAC4E5}">
      <dsp:nvSpPr>
        <dsp:cNvPr id="0" name=""/>
        <dsp:cNvSpPr/>
      </dsp:nvSpPr>
      <dsp:spPr>
        <a:xfrm>
          <a:off x="236172" y="2129042"/>
          <a:ext cx="429404" cy="42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29099-D238-45BC-996D-C3FA2C677C3C}">
      <dsp:nvSpPr>
        <dsp:cNvPr id="0" name=""/>
        <dsp:cNvSpPr/>
      </dsp:nvSpPr>
      <dsp:spPr>
        <a:xfrm>
          <a:off x="901748" y="1953377"/>
          <a:ext cx="3898851" cy="78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628" tIns="82628" rIns="82628" bIns="8262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Without pool: SAR 70,000.</a:t>
          </a:r>
        </a:p>
      </dsp:txBody>
      <dsp:txXfrm>
        <a:off x="901748" y="1953377"/>
        <a:ext cx="3898851" cy="780734"/>
      </dsp:txXfrm>
    </dsp:sp>
    <dsp:sp modelId="{AD860F1E-DEDA-4A96-951D-6062D8C7FC6C}">
      <dsp:nvSpPr>
        <dsp:cNvPr id="0" name=""/>
        <dsp:cNvSpPr/>
      </dsp:nvSpPr>
      <dsp:spPr>
        <a:xfrm>
          <a:off x="0" y="2929295"/>
          <a:ext cx="4800600" cy="7807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4D1F23-8A99-44E1-85E4-E9284D8FA78D}">
      <dsp:nvSpPr>
        <dsp:cNvPr id="0" name=""/>
        <dsp:cNvSpPr/>
      </dsp:nvSpPr>
      <dsp:spPr>
        <a:xfrm>
          <a:off x="236172" y="3104961"/>
          <a:ext cx="429404" cy="42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89B84-7AF9-42E2-960C-B12FB12AAC03}">
      <dsp:nvSpPr>
        <dsp:cNvPr id="0" name=""/>
        <dsp:cNvSpPr/>
      </dsp:nvSpPr>
      <dsp:spPr>
        <a:xfrm>
          <a:off x="901748" y="2929295"/>
          <a:ext cx="3898851" cy="78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628" tIns="82628" rIns="82628" bIns="8262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Price difference varied from one city to another.</a:t>
          </a:r>
          <a:endParaRPr lang="en-US" sz="1900" kern="1200" dirty="0"/>
        </a:p>
      </dsp:txBody>
      <dsp:txXfrm>
        <a:off x="901748" y="2929295"/>
        <a:ext cx="3898851" cy="7807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533D6-54CC-476D-B1FE-E76D9BCDA89D}">
      <dsp:nvSpPr>
        <dsp:cNvPr id="0" name=""/>
        <dsp:cNvSpPr/>
      </dsp:nvSpPr>
      <dsp:spPr>
        <a:xfrm>
          <a:off x="327196" y="1036046"/>
          <a:ext cx="1013291" cy="10132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A6D09-B83B-4183-B11B-EC5C467D1DDD}">
      <dsp:nvSpPr>
        <dsp:cNvPr id="0" name=""/>
        <dsp:cNvSpPr/>
      </dsp:nvSpPr>
      <dsp:spPr>
        <a:xfrm>
          <a:off x="543143" y="1251993"/>
          <a:ext cx="581396" cy="5813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7D3A7-7896-4817-9651-30BF14E2CCE0}">
      <dsp:nvSpPr>
        <dsp:cNvPr id="0" name=""/>
        <dsp:cNvSpPr/>
      </dsp:nvSpPr>
      <dsp:spPr>
        <a:xfrm>
          <a:off x="3275" y="2364952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Jeddah had the highest median price and price per m².</a:t>
          </a:r>
          <a:endParaRPr lang="en-US" sz="1100" kern="1200" dirty="0"/>
        </a:p>
      </dsp:txBody>
      <dsp:txXfrm>
        <a:off x="3275" y="2364952"/>
        <a:ext cx="1661132" cy="664453"/>
      </dsp:txXfrm>
    </dsp:sp>
    <dsp:sp modelId="{47BA0DDF-4A21-4158-9D66-2FE7B1443969}">
      <dsp:nvSpPr>
        <dsp:cNvPr id="0" name=""/>
        <dsp:cNvSpPr/>
      </dsp:nvSpPr>
      <dsp:spPr>
        <a:xfrm>
          <a:off x="2279027" y="1036046"/>
          <a:ext cx="1013291" cy="10132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6DE52-D586-43F3-8C29-FB6FBED5C84A}">
      <dsp:nvSpPr>
        <dsp:cNvPr id="0" name=""/>
        <dsp:cNvSpPr/>
      </dsp:nvSpPr>
      <dsp:spPr>
        <a:xfrm>
          <a:off x="2494974" y="1251993"/>
          <a:ext cx="581396" cy="5813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307C1-4502-4BB8-95E8-CAAEAAA9C9CC}">
      <dsp:nvSpPr>
        <dsp:cNvPr id="0" name=""/>
        <dsp:cNvSpPr/>
      </dsp:nvSpPr>
      <dsp:spPr>
        <a:xfrm>
          <a:off x="1955106" y="2364952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Size showed moderate connection with price.</a:t>
          </a:r>
          <a:br>
            <a:rPr lang="en-US" sz="1100" b="0" i="0" kern="1200" dirty="0"/>
          </a:br>
          <a:endParaRPr lang="en-US" sz="1100" kern="1200" dirty="0"/>
        </a:p>
      </dsp:txBody>
      <dsp:txXfrm>
        <a:off x="1955106" y="2364952"/>
        <a:ext cx="1661132" cy="664453"/>
      </dsp:txXfrm>
    </dsp:sp>
    <dsp:sp modelId="{84DBD3D4-9F6F-4AB4-A9D6-353F0D355A85}">
      <dsp:nvSpPr>
        <dsp:cNvPr id="0" name=""/>
        <dsp:cNvSpPr/>
      </dsp:nvSpPr>
      <dsp:spPr>
        <a:xfrm>
          <a:off x="4230858" y="1036046"/>
          <a:ext cx="1013291" cy="10132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12B87-5322-4833-8120-699ABE50B6B5}">
      <dsp:nvSpPr>
        <dsp:cNvPr id="0" name=""/>
        <dsp:cNvSpPr/>
      </dsp:nvSpPr>
      <dsp:spPr>
        <a:xfrm>
          <a:off x="4446805" y="1251993"/>
          <a:ext cx="581396" cy="5813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FA5A0-6D51-4B7F-86C3-D666D13CAED6}">
      <dsp:nvSpPr>
        <dsp:cNvPr id="0" name=""/>
        <dsp:cNvSpPr/>
      </dsp:nvSpPr>
      <dsp:spPr>
        <a:xfrm>
          <a:off x="3906937" y="2364952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Bedrooms and age were poor predictors of the price.</a:t>
          </a:r>
          <a:endParaRPr lang="en-US" sz="1100" kern="1200" dirty="0"/>
        </a:p>
      </dsp:txBody>
      <dsp:txXfrm>
        <a:off x="3906937" y="2364952"/>
        <a:ext cx="1661132" cy="664453"/>
      </dsp:txXfrm>
    </dsp:sp>
    <dsp:sp modelId="{C388E0AF-7EF9-44E3-9AFE-989B4B3FBA55}">
      <dsp:nvSpPr>
        <dsp:cNvPr id="0" name=""/>
        <dsp:cNvSpPr/>
      </dsp:nvSpPr>
      <dsp:spPr>
        <a:xfrm>
          <a:off x="6182689" y="1036046"/>
          <a:ext cx="1013291" cy="10132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E72E2-F39C-4526-8CAB-90E909C509EA}">
      <dsp:nvSpPr>
        <dsp:cNvPr id="0" name=""/>
        <dsp:cNvSpPr/>
      </dsp:nvSpPr>
      <dsp:spPr>
        <a:xfrm>
          <a:off x="6398636" y="1251993"/>
          <a:ext cx="581396" cy="5813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4DB9C-D848-47B8-A779-5FA5BBA237C7}">
      <dsp:nvSpPr>
        <dsp:cNvPr id="0" name=""/>
        <dsp:cNvSpPr/>
      </dsp:nvSpPr>
      <dsp:spPr>
        <a:xfrm>
          <a:off x="5858768" y="2364952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Pool and </a:t>
          </a:r>
          <a:r>
            <a:rPr lang="en-US" sz="1100" b="0" i="0" kern="1200" dirty="0" err="1"/>
            <a:t>frontyard</a:t>
          </a:r>
          <a:r>
            <a:rPr lang="en-US" sz="1100" b="0" i="0" kern="1200" dirty="0"/>
            <a:t> showed high connection with prices.</a:t>
          </a:r>
          <a:br>
            <a:rPr lang="en-US" sz="1100" kern="1200" dirty="0"/>
          </a:br>
          <a:endParaRPr lang="en-US" sz="1100" kern="1200" dirty="0"/>
        </a:p>
      </dsp:txBody>
      <dsp:txXfrm>
        <a:off x="5858768" y="2364952"/>
        <a:ext cx="1661132" cy="664453"/>
      </dsp:txXfrm>
    </dsp:sp>
    <dsp:sp modelId="{A76F081D-2EC4-44E3-8165-260A0B4F2B8C}">
      <dsp:nvSpPr>
        <dsp:cNvPr id="0" name=""/>
        <dsp:cNvSpPr/>
      </dsp:nvSpPr>
      <dsp:spPr>
        <a:xfrm>
          <a:off x="8134520" y="1036046"/>
          <a:ext cx="1013291" cy="10132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7BC8E-80F2-448F-A66D-4B68063B8706}">
      <dsp:nvSpPr>
        <dsp:cNvPr id="0" name=""/>
        <dsp:cNvSpPr/>
      </dsp:nvSpPr>
      <dsp:spPr>
        <a:xfrm>
          <a:off x="8350467" y="1251993"/>
          <a:ext cx="581396" cy="5813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5C5CC-1EEA-4633-8E2B-71F2CD5D9A74}">
      <dsp:nvSpPr>
        <dsp:cNvPr id="0" name=""/>
        <dsp:cNvSpPr/>
      </dsp:nvSpPr>
      <dsp:spPr>
        <a:xfrm>
          <a:off x="7810599" y="2364952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Location is still a significant factor.</a:t>
          </a:r>
          <a:endParaRPr lang="en-US" sz="1100" kern="1200" dirty="0"/>
        </a:p>
      </dsp:txBody>
      <dsp:txXfrm>
        <a:off x="7810599" y="2364952"/>
        <a:ext cx="1661132" cy="664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2E016-A5E9-4B03-BE85-7033099E85F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4D40D-79EE-435E-8CA0-682C9F05C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4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D680-F2EF-F28E-B7ED-F428804F8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EBDD1-5916-C1B4-2E15-CBE07F6A2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B2D5D-776C-7D3F-708E-4B6C0F7F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281EB-62B1-A9AF-7300-44B59243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71914-7EF9-2AD8-19FE-A3E5B02D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2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FA7C-6218-03A4-1B31-6B359B91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CD43A-84B4-67B1-C0A1-BA13C7CB9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6579-9FF8-AA37-7F95-3516DB74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53096-2637-4E1E-9BD5-4231946F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603E-251C-0634-1024-86AB5E66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7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5983-7325-C4F6-2130-923685E00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F7E11-63E3-10AC-1735-FBDDC278C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0FD58-33B9-B501-44E2-B5DBF6A82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9CFE3-F056-8CBB-0F40-38CCD336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20671-AB2C-0891-5D7D-08F6BD1E3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1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5385-B56F-68DC-6A7D-1F2E1144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677E5-449E-A348-1E0F-31AAADBC4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F5E66-06F1-8C4E-9BDA-7381C09C9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CA94B-04B7-3591-FD89-D801BDA4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7D79C-32E4-BF05-3C56-197DC812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50DB9-499E-6262-271D-63E05C00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1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61A2-2F3B-6988-92AF-732BA560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E0685-7B43-A0B8-237D-DF47FC9C7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0F9B1-1044-2F84-BAD2-959747F26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ED7F5-E292-C235-A01A-BE3CE1671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5C29E-FFCD-715C-66BF-C775CD5BC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90C59-2E52-E39B-E4B1-9A6E9150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03BDA-F5CE-1421-1508-ACAA4BA9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ED85F-6FF0-915B-58B1-9F6F383F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2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0C2B-97B6-E473-8EE3-9F8DD5A7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5C7AE-8DBC-A2B6-8B0D-49B918D8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A70D4-12C8-2609-9F21-2A40B2F1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E25B0-4B54-9483-459B-9759B852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1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CDC34-5472-7EB7-085E-55431034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0006C-2B20-DE54-11EB-B466A6DA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5BFBE-0A62-2828-67C2-929E5F5C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2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5321-67D1-A0B8-54A5-2DA8FACD0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CB64-0AD7-B5F5-A640-A5B948D90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A25E3-7776-1AEC-FFBF-451217BB2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22068-D357-7F96-7D25-2290B1BE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75B51-7E80-79DA-B313-BC5F3C5E0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78093-E05D-9E2C-E6BD-CB9FFE1A0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3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7B9B-40C2-A088-895A-EA174928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AA2A2-A3D7-2781-C235-14B231DCE4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80646-47EC-1070-B4B0-EC266D0F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BF714-60E8-0843-1138-DD90AE92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FC4A5-D194-2FA5-A5FC-F06B17D3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5D99C-28C4-0567-31D9-1CB738DA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3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0B81-8565-2F36-6CBA-8624B48ED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540EF-54BF-AD8C-B4D6-95A904780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C28A-2512-70D2-4C84-391FDB669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CEEF4-88E9-1222-5364-7A7E0EA8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40801-BE68-CD89-460D-9728B957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0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251944-9352-3686-CC19-98096B56E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E6CD1-AA7E-A531-88BF-5A5BE60C1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FEE77-9CB3-973B-B73F-7441DD84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4CFDF-854C-A9D4-6169-E531823E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4F7AB-8A54-4A6F-94BC-48CC53A2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6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5A579-42F2-F4E8-5C70-A111EF98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729C1-EC6A-312E-506B-E00399BB1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46E71-2A44-80A1-8D91-7D1C368D3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21ECC-F1FD-4400-BC50-FD26F8587DF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25618-6867-B245-684A-7087E9CF8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3172-268D-C3FE-0619-3600227C5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928C0-6ADD-480D-8C0B-84BE45A5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8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06FCB-7515-2A2D-ED9C-657B4A91B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pt-BR" sz="6100" dirty="0"/>
              <a:t>Saudi Arabia Real Estate (AQAR)</a:t>
            </a:r>
            <a:br>
              <a:rPr lang="ar-BH" sz="6100" dirty="0"/>
            </a:br>
            <a:r>
              <a:rPr lang="en-US" sz="6100" dirty="0" err="1"/>
              <a:t>mujtaba</a:t>
            </a:r>
            <a:r>
              <a:rPr lang="en-US" sz="6100" dirty="0"/>
              <a:t> Alnashaba</a:t>
            </a:r>
            <a:br>
              <a:rPr lang="en-US" sz="6100" dirty="0"/>
            </a:br>
            <a:r>
              <a:rPr lang="en-US" sz="6100" dirty="0"/>
              <a:t>DSB3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Building">
            <a:extLst>
              <a:ext uri="{FF2B5EF4-FFF2-40B4-BE49-F238E27FC236}">
                <a16:creationId xmlns:a16="http://schemas.microsoft.com/office/drawing/2014/main" id="{4B4C51A5-980C-40CF-90BC-025B55360D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1544" y="1267079"/>
            <a:ext cx="4087368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2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FBF33-0F25-4C89-B351-6B0DF5FA46F5}"/>
              </a:ext>
            </a:extLst>
          </p:cNvPr>
          <p:cNvSpPr txBox="1"/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7AB1E50E-DBFE-39C2-C993-FB0C234E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133377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901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0AADB-23B1-0CA9-4970-E54AC57D3CB2}"/>
              </a:ext>
            </a:extLst>
          </p:cNvPr>
          <p:cNvSpPr txBox="1"/>
          <p:nvPr/>
        </p:nvSpPr>
        <p:spPr>
          <a:xfrm>
            <a:off x="4252174" y="373957"/>
            <a:ext cx="38128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solidFill>
                  <a:srgbClr val="FF0000"/>
                </a:solidFill>
              </a:rPr>
              <a:t>Problem Statement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17" name="TextBox 1">
            <a:extLst>
              <a:ext uri="{FF2B5EF4-FFF2-40B4-BE49-F238E27FC236}">
                <a16:creationId xmlns:a16="http://schemas.microsoft.com/office/drawing/2014/main" id="{E7FD3598-2589-DFBE-EAC6-DD142EA5A4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90884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9888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DCD36-B606-4E44-4706-BDFC8EF188AD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Objectives &amp; Dataset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A5C23F7B-4503-4BD4-810B-C81DB99B3A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50439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914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DD12C-9D34-9716-242C-B676550E3359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Data Cleaning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B87B4260-D142-CD1E-A204-5112A48A61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446482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100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BC90B-7637-CBF9-0EBD-BAD55AF7F311}"/>
              </a:ext>
            </a:extLst>
          </p:cNvPr>
          <p:cNvSpPr txBox="1"/>
          <p:nvPr/>
        </p:nvSpPr>
        <p:spPr>
          <a:xfrm>
            <a:off x="8643193" y="489507"/>
            <a:ext cx="3091607" cy="16554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+mj-lt"/>
                <a:ea typeface="+mj-ea"/>
                <a:cs typeface="+mj-cs"/>
              </a:rPr>
              <a:t>Outliers &amp; Price Distribution</a:t>
            </a:r>
            <a:endParaRPr lang="en-US" sz="37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8615D-2B25-9DDA-1EAF-C304F5DB3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6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98434F-0A74-457E-C895-2B8008EED94A}"/>
              </a:ext>
            </a:extLst>
          </p:cNvPr>
          <p:cNvSpPr txBox="1"/>
          <p:nvPr/>
        </p:nvSpPr>
        <p:spPr>
          <a:xfrm>
            <a:off x="8643193" y="2418408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IQR was used to check for outliers.</a:t>
            </a:r>
            <a:endParaRPr lang="ar-BH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BH" dirty="0"/>
              <a:t>Outliers</a:t>
            </a:r>
            <a:r>
              <a:rPr lang="en-US" dirty="0"/>
              <a:t> were evaluated not deleted automatically.</a:t>
            </a:r>
            <a:endParaRPr lang="ar-BH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Median estimated annual price is SAR 70,000.</a:t>
            </a:r>
            <a:endParaRPr lang="ar-BH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distribution of price is right skewed.</a:t>
            </a:r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1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B9EC06B-0D3F-5DD7-CE7C-2904580AA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78" y="1733266"/>
            <a:ext cx="5483492" cy="46061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38756B-C974-FAD5-91C2-8CA52653D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167" y="1787654"/>
            <a:ext cx="5718549" cy="46606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704632-D02F-F855-2A31-167E4165DCC5}"/>
              </a:ext>
            </a:extLst>
          </p:cNvPr>
          <p:cNvSpPr txBox="1"/>
          <p:nvPr/>
        </p:nvSpPr>
        <p:spPr>
          <a:xfrm>
            <a:off x="1371598" y="5070346"/>
            <a:ext cx="9496427" cy="13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.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B7DD9C-3162-3038-F52D-5B62C08B701E}"/>
              </a:ext>
            </a:extLst>
          </p:cNvPr>
          <p:cNvSpPr txBox="1"/>
          <p:nvPr/>
        </p:nvSpPr>
        <p:spPr>
          <a:xfrm>
            <a:off x="2687966" y="-20385"/>
            <a:ext cx="5316446" cy="120091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solidFill>
                  <a:srgbClr val="FFFFFF"/>
                </a:solidFill>
              </a:rPr>
              <a:t>City Price Comparison</a:t>
            </a:r>
          </a:p>
          <a:p>
            <a:pPr algn="ctr">
              <a:spcAft>
                <a:spcPts val="600"/>
              </a:spcAft>
            </a:pPr>
            <a:endParaRPr lang="en-US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FF18212-2D5F-B58E-D26D-AAD2AC235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93" y="532566"/>
            <a:ext cx="5057680" cy="2896432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1A4C8C2-4832-E658-88FE-CF27799B4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403" y="352137"/>
            <a:ext cx="4676116" cy="3016098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41BCFD1-A19E-D728-C2F8-A0544C395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71316"/>
            <a:ext cx="4471671" cy="31301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CE9FC1-6996-3D07-17BD-BD730AAE92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826" y="3671316"/>
            <a:ext cx="4301270" cy="31291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548953-7CAE-3DAC-A7C8-4CCFC3330A3C}"/>
              </a:ext>
            </a:extLst>
          </p:cNvPr>
          <p:cNvSpPr txBox="1"/>
          <p:nvPr/>
        </p:nvSpPr>
        <p:spPr>
          <a:xfrm>
            <a:off x="359172" y="1144769"/>
            <a:ext cx="3724217" cy="28964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0F9BDD-8EC0-914A-C304-657926DBC915}"/>
              </a:ext>
            </a:extLst>
          </p:cNvPr>
          <p:cNvSpPr txBox="1"/>
          <p:nvPr/>
        </p:nvSpPr>
        <p:spPr>
          <a:xfrm>
            <a:off x="838200" y="2368296"/>
            <a:ext cx="3721608" cy="350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80DB97-DE01-A84B-D584-B948C8449D04}"/>
              </a:ext>
            </a:extLst>
          </p:cNvPr>
          <p:cNvSpPr txBox="1"/>
          <p:nvPr/>
        </p:nvSpPr>
        <p:spPr>
          <a:xfrm>
            <a:off x="4974925" y="111292"/>
            <a:ext cx="24797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District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66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E27ECB-6A7D-4990-7C1F-1FC74B88C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57" y="-144"/>
            <a:ext cx="4354467" cy="3429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B39C0D-7034-BD4B-EBE8-6D1E01A73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124" y="3429000"/>
            <a:ext cx="4511839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B78795-E0F2-4663-A20C-930854043984}"/>
              </a:ext>
            </a:extLst>
          </p:cNvPr>
          <p:cNvSpPr txBox="1"/>
          <p:nvPr/>
        </p:nvSpPr>
        <p:spPr>
          <a:xfrm>
            <a:off x="2408090" y="159026"/>
            <a:ext cx="2863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FF0000"/>
                </a:solidFill>
              </a:rPr>
              <a:t>Size &amp; Bedrooms</a:t>
            </a:r>
          </a:p>
        </p:txBody>
      </p:sp>
      <p:graphicFrame>
        <p:nvGraphicFramePr>
          <p:cNvPr id="10" name="TextBox 1">
            <a:extLst>
              <a:ext uri="{FF2B5EF4-FFF2-40B4-BE49-F238E27FC236}">
                <a16:creationId xmlns:a16="http://schemas.microsoft.com/office/drawing/2014/main" id="{456E4FCF-CF1D-EE9D-5D14-FBA061678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9978462"/>
              </p:ext>
            </p:extLst>
          </p:nvPr>
        </p:nvGraphicFramePr>
        <p:xfrm>
          <a:off x="438912" y="2512611"/>
          <a:ext cx="4832803" cy="3664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338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105390-7F3F-8E5D-457C-AE59C5ECED50}"/>
              </a:ext>
            </a:extLst>
          </p:cNvPr>
          <p:cNvSpPr txBox="1"/>
          <p:nvPr/>
        </p:nvSpPr>
        <p:spPr>
          <a:xfrm>
            <a:off x="841247" y="2359152"/>
            <a:ext cx="3410712" cy="2846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b="1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Property age had a weak correlation with price: r = 0.15.</a:t>
            </a:r>
            <a:endParaRPr lang="ar-BH" sz="1700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Age is not a determining feature of rental price.</a:t>
            </a:r>
            <a:endParaRPr lang="ar-BH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There are other factors that matter more such as city, district, and features.</a:t>
            </a:r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83217-26F8-2C52-58C9-C7E59C9EC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" r="4538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B325A-D221-4CAF-99D1-8183FE0C9E04}"/>
              </a:ext>
            </a:extLst>
          </p:cNvPr>
          <p:cNvSpPr txBox="1"/>
          <p:nvPr/>
        </p:nvSpPr>
        <p:spPr>
          <a:xfrm>
            <a:off x="1553029" y="1502229"/>
            <a:ext cx="1517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Property 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412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288E5F-654E-3D65-994A-11E5E5D33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90" y="110605"/>
            <a:ext cx="5145206" cy="34068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5A2AF7-1C94-2D19-A25E-4C48F09DC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90" y="3429000"/>
            <a:ext cx="5315211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538124-14DB-7202-D48F-914F6E74A99A}"/>
              </a:ext>
            </a:extLst>
          </p:cNvPr>
          <p:cNvSpPr txBox="1"/>
          <p:nvPr/>
        </p:nvSpPr>
        <p:spPr>
          <a:xfrm>
            <a:off x="2074912" y="426709"/>
            <a:ext cx="305263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Swimming Pool</a:t>
            </a:r>
          </a:p>
          <a:p>
            <a:endParaRPr lang="en-US" dirty="0"/>
          </a:p>
        </p:txBody>
      </p:sp>
      <p:graphicFrame>
        <p:nvGraphicFramePr>
          <p:cNvPr id="9" name="TextBox 1">
            <a:extLst>
              <a:ext uri="{FF2B5EF4-FFF2-40B4-BE49-F238E27FC236}">
                <a16:creationId xmlns:a16="http://schemas.microsoft.com/office/drawing/2014/main" id="{84CAB0CC-B210-5362-BE7D-53C23FD2CB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3849524"/>
              </p:ext>
            </p:extLst>
          </p:nvPr>
        </p:nvGraphicFramePr>
        <p:xfrm>
          <a:off x="1295400" y="2288833"/>
          <a:ext cx="4800600" cy="3711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9250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8D644-9C9A-C941-BC9F-155E2287B109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Frontyard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F9DBC8-7398-8AF2-38B7-F1F0CF2898A7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Properties that had a </a:t>
            </a:r>
            <a:r>
              <a:rPr lang="en-US" sz="2000" dirty="0" err="1"/>
              <a:t>frontyard</a:t>
            </a:r>
            <a:r>
              <a:rPr lang="en-US" sz="2000" dirty="0"/>
              <a:t> had higher median price..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With </a:t>
            </a:r>
            <a:r>
              <a:rPr lang="en-US" sz="2000" dirty="0" err="1"/>
              <a:t>frontyard</a:t>
            </a:r>
            <a:r>
              <a:rPr lang="en-US" sz="2000" dirty="0"/>
              <a:t>: SAR 75,000.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Without </a:t>
            </a:r>
            <a:r>
              <a:rPr lang="en-US" sz="2000" dirty="0" err="1"/>
              <a:t>frontyard</a:t>
            </a:r>
            <a:r>
              <a:rPr lang="en-US" sz="2000" dirty="0"/>
              <a:t>: SAR 65,000.</a:t>
            </a:r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However, this pattern varied for each city</a:t>
            </a:r>
            <a:r>
              <a:rPr lang="en-US" dirty="0"/>
              <a:t>.</a:t>
            </a:r>
            <a:br>
              <a:rPr lang="en-US" sz="2400" dirty="0"/>
            </a:b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33EEBB-6285-4499-B42F-2F9DCA2E1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24" y="1227961"/>
            <a:ext cx="6565733" cy="498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63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D93F06-2444-A618-C411-52BF9B1CEC3E}"/>
              </a:ext>
            </a:extLst>
          </p:cNvPr>
          <p:cNvSpPr txBox="1"/>
          <p:nvPr/>
        </p:nvSpPr>
        <p:spPr>
          <a:xfrm>
            <a:off x="5460532" y="1153886"/>
            <a:ext cx="149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Key Findings</a:t>
            </a:r>
          </a:p>
        </p:txBody>
      </p:sp>
      <p:graphicFrame>
        <p:nvGraphicFramePr>
          <p:cNvPr id="7" name="TextBox 1">
            <a:extLst>
              <a:ext uri="{FF2B5EF4-FFF2-40B4-BE49-F238E27FC236}">
                <a16:creationId xmlns:a16="http://schemas.microsoft.com/office/drawing/2014/main" id="{00D88D71-C73A-AE5C-EFBD-6A88F26BE5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51891"/>
              </p:ext>
            </p:extLst>
          </p:nvPr>
        </p:nvGraphicFramePr>
        <p:xfrm>
          <a:off x="1190172" y="992776"/>
          <a:ext cx="9475008" cy="4065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735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0F5B5-B876-E49B-DBE2-22B4AE8E602B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Compare the properties in the same city and district.</a:t>
            </a:r>
            <a:endParaRPr lang="ar-BH" sz="2000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Median is used instead of mean due to outliers.</a:t>
            </a:r>
            <a:br>
              <a:rPr lang="en-US" dirty="0"/>
            </a:br>
            <a:endParaRPr lang="ar-BH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Check the duration of rental before final comparison.</a:t>
            </a:r>
            <a:br>
              <a:rPr lang="en-US" sz="2000" dirty="0"/>
            </a:br>
            <a:endParaRPr lang="ar-BH" sz="2000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Include property IDs to deal with duplication issue.</a:t>
            </a:r>
            <a:br>
              <a:rPr lang="en-US" sz="2000" dirty="0"/>
            </a:br>
            <a:endParaRPr lang="ar-BH" sz="2000" dirty="0"/>
          </a:p>
          <a:p>
            <a:pPr lvl="0"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Findings are descriptive in nature.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6772DB-F466-9E5D-A5B1-7878F9DAE1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78" r="2314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ABA639-8B49-EC42-D10D-4EDE9604B53A}"/>
              </a:ext>
            </a:extLst>
          </p:cNvPr>
          <p:cNvSpPr txBox="1"/>
          <p:nvPr/>
        </p:nvSpPr>
        <p:spPr>
          <a:xfrm>
            <a:off x="1698171" y="870857"/>
            <a:ext cx="3634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Recommendations &amp; 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694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</TotalTime>
  <Words>499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Saudi Arabia Real Estate (AQAR) mujtaba Alnashaba DSB3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MUJTABA MERZA H. ALNASHABA</dc:creator>
  <cp:lastModifiedBy>MUJTABA MERZA H. ALNASHABA</cp:lastModifiedBy>
  <cp:revision>2</cp:revision>
  <dcterms:created xsi:type="dcterms:W3CDTF">2026-09-28T10:29:23Z</dcterms:created>
  <dcterms:modified xsi:type="dcterms:W3CDTF">2026-10-02T19:23:31Z</dcterms:modified>
</cp:coreProperties>
</file>